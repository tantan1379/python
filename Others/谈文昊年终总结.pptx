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2" r:id="rId4"/>
    <p:sldId id="271" r:id="rId5"/>
    <p:sldId id="258" r:id="rId6"/>
    <p:sldId id="260" r:id="rId7"/>
    <p:sldId id="273" r:id="rId8"/>
    <p:sldId id="262" r:id="rId9"/>
    <p:sldId id="274" r:id="rId10"/>
    <p:sldId id="276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4B5D"/>
    <a:srgbClr val="5A5A5A"/>
    <a:srgbClr val="E7E8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6314" autoAdjust="0"/>
  </p:normalViewPr>
  <p:slideViewPr>
    <p:cSldViewPr snapToGrid="0" showGuides="1">
      <p:cViewPr varScale="1">
        <p:scale>
          <a:sx n="120" d="100"/>
          <a:sy n="120" d="100"/>
        </p:scale>
        <p:origin x="552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B8920-FC78-44A6-BE63-1D9F993583FA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FB090-CEEC-465E-9413-1D2C9E926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877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CFB090-CEEC-465E-9413-1D2C9E9269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143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CFB090-CEEC-465E-9413-1D2C9E9269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486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CFB090-CEEC-465E-9413-1D2C9E9269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17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CFB090-CEEC-465E-9413-1D2C9E9269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452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CFB090-CEEC-465E-9413-1D2C9E9269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452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CFB090-CEEC-465E-9413-1D2C9E9269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258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CFB090-CEEC-465E-9413-1D2C9E9269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835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CFB090-CEEC-465E-9413-1D2C9E9269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30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CFB090-CEEC-465E-9413-1D2C9E9269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371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CFB090-CEEC-465E-9413-1D2C9E9269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975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65D4-CBD7-445F-A06F-1CCB0E898049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5D71-414D-4238-A4A5-26B94121C8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65D4-CBD7-445F-A06F-1CCB0E898049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5D71-414D-4238-A4A5-26B94121C8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65D4-CBD7-445F-A06F-1CCB0E898049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5D71-414D-4238-A4A5-26B94121C8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65D4-CBD7-445F-A06F-1CCB0E898049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5D71-414D-4238-A4A5-26B94121C8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65D4-CBD7-445F-A06F-1CCB0E898049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5D71-414D-4238-A4A5-26B94121C8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65D4-CBD7-445F-A06F-1CCB0E898049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5D71-414D-4238-A4A5-26B94121C8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65D4-CBD7-445F-A06F-1CCB0E898049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5D71-414D-4238-A4A5-26B94121C8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65D4-CBD7-445F-A06F-1CCB0E898049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5D71-414D-4238-A4A5-26B94121C8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65D4-CBD7-445F-A06F-1CCB0E898049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5D71-414D-4238-A4A5-26B94121C8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65D4-CBD7-445F-A06F-1CCB0E898049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5D71-414D-4238-A4A5-26B94121C8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65D4-CBD7-445F-A06F-1CCB0E898049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5D71-414D-4238-A4A5-26B94121C8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065D4-CBD7-445F-A06F-1CCB0E898049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35D71-414D-4238-A4A5-26B94121C8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/>
        </p:nvSpPr>
        <p:spPr>
          <a:xfrm>
            <a:off x="8564880" y="5384482"/>
            <a:ext cx="2773680" cy="1473518"/>
          </a:xfrm>
          <a:custGeom>
            <a:avLst/>
            <a:gdLst>
              <a:gd name="connsiteX0" fmla="*/ 2763520 w 5527040"/>
              <a:gd name="connsiteY0" fmla="*/ 0 h 2936240"/>
              <a:gd name="connsiteX1" fmla="*/ 5527040 w 5527040"/>
              <a:gd name="connsiteY1" fmla="*/ 2936240 h 2936240"/>
              <a:gd name="connsiteX2" fmla="*/ 4828988 w 5527040"/>
              <a:gd name="connsiteY2" fmla="*/ 2936240 h 2936240"/>
              <a:gd name="connsiteX3" fmla="*/ 2763520 w 5527040"/>
              <a:gd name="connsiteY3" fmla="*/ 741680 h 2936240"/>
              <a:gd name="connsiteX4" fmla="*/ 698052 w 5527040"/>
              <a:gd name="connsiteY4" fmla="*/ 2936240 h 2936240"/>
              <a:gd name="connsiteX5" fmla="*/ 0 w 5527040"/>
              <a:gd name="connsiteY5" fmla="*/ 2936240 h 2936240"/>
              <a:gd name="connsiteX6" fmla="*/ 2763520 w 5527040"/>
              <a:gd name="connsiteY6" fmla="*/ 0 h 2936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7040" h="2936240">
                <a:moveTo>
                  <a:pt x="2763520" y="0"/>
                </a:moveTo>
                <a:lnTo>
                  <a:pt x="5527040" y="2936240"/>
                </a:lnTo>
                <a:lnTo>
                  <a:pt x="4828988" y="2936240"/>
                </a:lnTo>
                <a:lnTo>
                  <a:pt x="2763520" y="741680"/>
                </a:lnTo>
                <a:lnTo>
                  <a:pt x="698052" y="2936240"/>
                </a:lnTo>
                <a:lnTo>
                  <a:pt x="0" y="2936240"/>
                </a:lnTo>
                <a:lnTo>
                  <a:pt x="2763520" y="0"/>
                </a:lnTo>
                <a:close/>
              </a:path>
            </a:pathLst>
          </a:custGeom>
          <a:solidFill>
            <a:srgbClr val="5A5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9497658" y="6375559"/>
            <a:ext cx="908124" cy="482441"/>
          </a:xfrm>
          <a:custGeom>
            <a:avLst/>
            <a:gdLst>
              <a:gd name="connsiteX0" fmla="*/ 2065468 w 4130936"/>
              <a:gd name="connsiteY0" fmla="*/ 0 h 2194560"/>
              <a:gd name="connsiteX1" fmla="*/ 4130936 w 4130936"/>
              <a:gd name="connsiteY1" fmla="*/ 2194560 h 2194560"/>
              <a:gd name="connsiteX2" fmla="*/ 0 w 4130936"/>
              <a:gd name="connsiteY2" fmla="*/ 2194560 h 2194560"/>
              <a:gd name="connsiteX3" fmla="*/ 2065468 w 4130936"/>
              <a:gd name="connsiteY3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936" h="2194560">
                <a:moveTo>
                  <a:pt x="2065468" y="0"/>
                </a:moveTo>
                <a:lnTo>
                  <a:pt x="4130936" y="2194560"/>
                </a:lnTo>
                <a:lnTo>
                  <a:pt x="0" y="2194560"/>
                </a:lnTo>
                <a:lnTo>
                  <a:pt x="2065468" y="0"/>
                </a:lnTo>
                <a:close/>
              </a:path>
            </a:pathLst>
          </a:custGeom>
          <a:solidFill>
            <a:srgbClr val="DE4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150284" y="2763560"/>
            <a:ext cx="58914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200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2020-2021</a:t>
            </a:r>
            <a:r>
              <a:rPr lang="zh-CN" altLang="en-US" sz="4200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年终总结</a:t>
            </a:r>
            <a:endParaRPr lang="zh-CN" altLang="en-US" sz="4200" dirty="0">
              <a:solidFill>
                <a:srgbClr val="DE4B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>
            <a:cxnSpLocks/>
          </p:cNvCxnSpPr>
          <p:nvPr/>
        </p:nvCxnSpPr>
        <p:spPr>
          <a:xfrm>
            <a:off x="4756150" y="3778836"/>
            <a:ext cx="2686050" cy="0"/>
          </a:xfrm>
          <a:prstGeom prst="line">
            <a:avLst/>
          </a:prstGeom>
          <a:ln w="22225" cap="rnd">
            <a:solidFill>
              <a:srgbClr val="DE4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759200" y="3433067"/>
            <a:ext cx="4673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YEAR-END SUMMARY FOR 2020-2021</a:t>
            </a:r>
            <a:endParaRPr lang="en-US" altLang="zh-CN" sz="1150" dirty="0">
              <a:solidFill>
                <a:srgbClr val="DE4B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05202" y="4596425"/>
            <a:ext cx="3130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人：谈文昊    汇报时间：</a:t>
            </a:r>
            <a:r>
              <a:rPr lang="en-US" altLang="zh-CN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1200" dirty="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 flipV="1">
            <a:off x="220531" y="0"/>
            <a:ext cx="4219389" cy="2241551"/>
          </a:xfrm>
          <a:custGeom>
            <a:avLst/>
            <a:gdLst>
              <a:gd name="connsiteX0" fmla="*/ 2065468 w 4130936"/>
              <a:gd name="connsiteY0" fmla="*/ 0 h 2194560"/>
              <a:gd name="connsiteX1" fmla="*/ 4130936 w 4130936"/>
              <a:gd name="connsiteY1" fmla="*/ 2194560 h 2194560"/>
              <a:gd name="connsiteX2" fmla="*/ 0 w 4130936"/>
              <a:gd name="connsiteY2" fmla="*/ 2194560 h 2194560"/>
              <a:gd name="connsiteX3" fmla="*/ 2065468 w 4130936"/>
              <a:gd name="connsiteY3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936" h="2194560">
                <a:moveTo>
                  <a:pt x="2065468" y="0"/>
                </a:moveTo>
                <a:lnTo>
                  <a:pt x="4130936" y="2194560"/>
                </a:lnTo>
                <a:lnTo>
                  <a:pt x="0" y="2194560"/>
                </a:lnTo>
                <a:lnTo>
                  <a:pt x="2065468" y="0"/>
                </a:lnTo>
                <a:close/>
              </a:path>
            </a:pathLst>
          </a:custGeom>
          <a:solidFill>
            <a:srgbClr val="DE4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 flipV="1">
            <a:off x="912913" y="0"/>
            <a:ext cx="4771429" cy="2534822"/>
          </a:xfrm>
          <a:custGeom>
            <a:avLst/>
            <a:gdLst>
              <a:gd name="connsiteX0" fmla="*/ 0 w 4130936"/>
              <a:gd name="connsiteY0" fmla="*/ 2194560 h 2194560"/>
              <a:gd name="connsiteX1" fmla="*/ 225015 w 4130936"/>
              <a:gd name="connsiteY1" fmla="*/ 2194560 h 2194560"/>
              <a:gd name="connsiteX2" fmla="*/ 2065468 w 4130936"/>
              <a:gd name="connsiteY2" fmla="*/ 239078 h 2194560"/>
              <a:gd name="connsiteX3" fmla="*/ 3905922 w 4130936"/>
              <a:gd name="connsiteY3" fmla="*/ 2194560 h 2194560"/>
              <a:gd name="connsiteX4" fmla="*/ 4130936 w 4130936"/>
              <a:gd name="connsiteY4" fmla="*/ 2194560 h 2194560"/>
              <a:gd name="connsiteX5" fmla="*/ 2065468 w 4130936"/>
              <a:gd name="connsiteY5" fmla="*/ 0 h 2194560"/>
              <a:gd name="connsiteX6" fmla="*/ 0 w 4130936"/>
              <a:gd name="connsiteY6" fmla="*/ 219456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0936" h="2194560">
                <a:moveTo>
                  <a:pt x="0" y="2194560"/>
                </a:moveTo>
                <a:lnTo>
                  <a:pt x="225015" y="2194560"/>
                </a:lnTo>
                <a:lnTo>
                  <a:pt x="2065468" y="239078"/>
                </a:lnTo>
                <a:lnTo>
                  <a:pt x="3905922" y="2194560"/>
                </a:lnTo>
                <a:lnTo>
                  <a:pt x="4130936" y="2194560"/>
                </a:lnTo>
                <a:lnTo>
                  <a:pt x="2065468" y="0"/>
                </a:lnTo>
                <a:lnTo>
                  <a:pt x="0" y="2194560"/>
                </a:lnTo>
                <a:close/>
              </a:path>
            </a:pathLst>
          </a:custGeom>
          <a:solidFill>
            <a:srgbClr val="5A5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>
            <a:off x="2214880" y="2174240"/>
            <a:ext cx="0" cy="1188720"/>
          </a:xfrm>
          <a:prstGeom prst="line">
            <a:avLst/>
          </a:prstGeom>
          <a:ln w="31750">
            <a:solidFill>
              <a:srgbClr val="DE4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 flipH="1">
            <a:off x="2214880" y="3342640"/>
            <a:ext cx="8382000" cy="0"/>
          </a:xfrm>
          <a:prstGeom prst="line">
            <a:avLst/>
          </a:prstGeom>
          <a:ln w="31750">
            <a:solidFill>
              <a:srgbClr val="DE4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任意多边形 106"/>
          <p:cNvSpPr/>
          <p:nvPr/>
        </p:nvSpPr>
        <p:spPr>
          <a:xfrm flipV="1">
            <a:off x="149412" y="0"/>
            <a:ext cx="4130936" cy="2194560"/>
          </a:xfrm>
          <a:custGeom>
            <a:avLst/>
            <a:gdLst>
              <a:gd name="connsiteX0" fmla="*/ 2065468 w 4130936"/>
              <a:gd name="connsiteY0" fmla="*/ 0 h 2194560"/>
              <a:gd name="connsiteX1" fmla="*/ 4130936 w 4130936"/>
              <a:gd name="connsiteY1" fmla="*/ 2194560 h 2194560"/>
              <a:gd name="connsiteX2" fmla="*/ 0 w 4130936"/>
              <a:gd name="connsiteY2" fmla="*/ 2194560 h 2194560"/>
              <a:gd name="connsiteX3" fmla="*/ 2065468 w 4130936"/>
              <a:gd name="connsiteY3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936" h="2194560">
                <a:moveTo>
                  <a:pt x="2065468" y="0"/>
                </a:moveTo>
                <a:lnTo>
                  <a:pt x="4130936" y="2194560"/>
                </a:lnTo>
                <a:lnTo>
                  <a:pt x="0" y="2194560"/>
                </a:lnTo>
                <a:lnTo>
                  <a:pt x="2065468" y="0"/>
                </a:lnTo>
                <a:close/>
              </a:path>
            </a:pathLst>
          </a:custGeom>
          <a:solidFill>
            <a:srgbClr val="DE4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Text Box 3"/>
          <p:cNvSpPr>
            <a:spLocks noChangeArrowheads="1"/>
          </p:cNvSpPr>
          <p:nvPr/>
        </p:nvSpPr>
        <p:spPr bwMode="auto">
          <a:xfrm>
            <a:off x="1457300" y="314875"/>
            <a:ext cx="1515159" cy="977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目  录</a:t>
            </a:r>
            <a:endParaRPr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algn="ctr"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COMPANY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椭圆 108"/>
          <p:cNvSpPr/>
          <p:nvPr/>
        </p:nvSpPr>
        <p:spPr>
          <a:xfrm>
            <a:off x="3502660" y="3190240"/>
            <a:ext cx="304800" cy="304800"/>
          </a:xfrm>
          <a:prstGeom prst="ellipse">
            <a:avLst/>
          </a:prstGeom>
          <a:solidFill>
            <a:srgbClr val="5A5A5A"/>
          </a:solidFill>
          <a:ln w="25400">
            <a:solidFill>
              <a:srgbClr val="E7E8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3" name="组合 112"/>
          <p:cNvGrpSpPr/>
          <p:nvPr/>
        </p:nvGrpSpPr>
        <p:grpSpPr>
          <a:xfrm>
            <a:off x="3263728" y="3573120"/>
            <a:ext cx="782670" cy="1964080"/>
            <a:chOff x="2682238" y="3989680"/>
            <a:chExt cx="782670" cy="1964080"/>
          </a:xfrm>
        </p:grpSpPr>
        <p:sp>
          <p:nvSpPr>
            <p:cNvPr id="110" name="矩形 109"/>
            <p:cNvSpPr/>
            <p:nvPr/>
          </p:nvSpPr>
          <p:spPr>
            <a:xfrm>
              <a:off x="2682238" y="3989680"/>
              <a:ext cx="400110" cy="999120"/>
            </a:xfrm>
            <a:prstGeom prst="rect">
              <a:avLst/>
            </a:prstGeom>
            <a:effectLst/>
          </p:spPr>
          <p:txBody>
            <a:bodyPr vert="eaVert"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400">
                  <a:solidFill>
                    <a:srgbClr val="5A5A5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Main work</a:t>
              </a:r>
              <a:endParaRPr lang="en-US" altLang="zh-CN" sz="14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TextBox 76"/>
            <p:cNvSpPr txBox="1"/>
            <p:nvPr/>
          </p:nvSpPr>
          <p:spPr>
            <a:xfrm>
              <a:off x="2972465" y="3989680"/>
              <a:ext cx="492443" cy="1964080"/>
            </a:xfrm>
            <a:prstGeom prst="rect">
              <a:avLst/>
            </a:prstGeom>
            <a:noFill/>
            <a:effectLst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>
                  <a:solidFill>
                    <a:srgbClr val="5A5A5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主要工作</a:t>
              </a:r>
              <a:endParaRPr lang="zh-CN" altLang="en-US" sz="2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2" name="TextBox 76"/>
          <p:cNvSpPr txBox="1"/>
          <p:nvPr/>
        </p:nvSpPr>
        <p:spPr>
          <a:xfrm>
            <a:off x="3087757" y="2338924"/>
            <a:ext cx="1134607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800" dirty="0">
              <a:solidFill>
                <a:srgbClr val="DE4B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椭圆 113"/>
          <p:cNvSpPr/>
          <p:nvPr/>
        </p:nvSpPr>
        <p:spPr>
          <a:xfrm>
            <a:off x="5336540" y="3190240"/>
            <a:ext cx="304800" cy="304800"/>
          </a:xfrm>
          <a:prstGeom prst="ellipse">
            <a:avLst/>
          </a:prstGeom>
          <a:solidFill>
            <a:srgbClr val="5A5A5A"/>
          </a:solidFill>
          <a:ln w="25400">
            <a:solidFill>
              <a:srgbClr val="E7E8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5" name="组合 114"/>
          <p:cNvGrpSpPr/>
          <p:nvPr/>
        </p:nvGrpSpPr>
        <p:grpSpPr>
          <a:xfrm>
            <a:off x="5097608" y="3573120"/>
            <a:ext cx="782667" cy="1964080"/>
            <a:chOff x="2682238" y="3989680"/>
            <a:chExt cx="782667" cy="1964080"/>
          </a:xfrm>
        </p:grpSpPr>
        <p:sp>
          <p:nvSpPr>
            <p:cNvPr id="116" name="矩形 115"/>
            <p:cNvSpPr/>
            <p:nvPr/>
          </p:nvSpPr>
          <p:spPr>
            <a:xfrm>
              <a:off x="2682238" y="3989680"/>
              <a:ext cx="400110" cy="1377941"/>
            </a:xfrm>
            <a:prstGeom prst="rect">
              <a:avLst/>
            </a:prstGeom>
            <a:effectLst/>
          </p:spPr>
          <p:txBody>
            <a:bodyPr vert="eaVert"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400">
                  <a:solidFill>
                    <a:srgbClr val="5A5A5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Follow-up Plan</a:t>
              </a:r>
              <a:endParaRPr lang="en-US" altLang="zh-CN" sz="14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TextBox 76"/>
            <p:cNvSpPr txBox="1"/>
            <p:nvPr/>
          </p:nvSpPr>
          <p:spPr>
            <a:xfrm>
              <a:off x="2972462" y="3989680"/>
              <a:ext cx="492443" cy="1964080"/>
            </a:xfrm>
            <a:prstGeom prst="rect">
              <a:avLst/>
            </a:prstGeom>
            <a:noFill/>
            <a:effectLst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>
                  <a:solidFill>
                    <a:srgbClr val="5A5A5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后续计划</a:t>
              </a:r>
              <a:endParaRPr lang="zh-CN" altLang="en-US" sz="2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8" name="TextBox 76"/>
          <p:cNvSpPr txBox="1"/>
          <p:nvPr/>
        </p:nvSpPr>
        <p:spPr>
          <a:xfrm>
            <a:off x="4921637" y="2338924"/>
            <a:ext cx="1134607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800" dirty="0">
              <a:solidFill>
                <a:srgbClr val="DE4B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椭圆 121"/>
          <p:cNvSpPr/>
          <p:nvPr/>
        </p:nvSpPr>
        <p:spPr>
          <a:xfrm>
            <a:off x="7170420" y="3190240"/>
            <a:ext cx="304800" cy="304800"/>
          </a:xfrm>
          <a:prstGeom prst="ellipse">
            <a:avLst/>
          </a:prstGeom>
          <a:solidFill>
            <a:srgbClr val="5A5A5A"/>
          </a:solidFill>
          <a:ln w="25400">
            <a:solidFill>
              <a:srgbClr val="E7E8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3" name="组合 122"/>
          <p:cNvGrpSpPr/>
          <p:nvPr/>
        </p:nvGrpSpPr>
        <p:grpSpPr>
          <a:xfrm>
            <a:off x="6913935" y="3573120"/>
            <a:ext cx="800219" cy="1889760"/>
            <a:chOff x="2664685" y="3989680"/>
            <a:chExt cx="800219" cy="1889760"/>
          </a:xfrm>
        </p:grpSpPr>
        <p:sp>
          <p:nvSpPr>
            <p:cNvPr id="125" name="矩形 124"/>
            <p:cNvSpPr/>
            <p:nvPr/>
          </p:nvSpPr>
          <p:spPr>
            <a:xfrm>
              <a:off x="2682238" y="3989680"/>
              <a:ext cx="400110" cy="1259230"/>
            </a:xfrm>
            <a:prstGeom prst="rect">
              <a:avLst/>
            </a:prstGeom>
            <a:effectLst/>
          </p:spPr>
          <p:txBody>
            <a:bodyPr vert="eaVert" wrap="square">
              <a:spAutoFit/>
            </a:bodyPr>
            <a:lstStyle/>
            <a:p>
              <a:pPr>
                <a:spcBef>
                  <a:spcPct val="0"/>
                </a:spcBef>
              </a:pPr>
              <a:endParaRPr lang="en-US" altLang="zh-CN" sz="14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TextBox 76"/>
            <p:cNvSpPr txBox="1"/>
            <p:nvPr/>
          </p:nvSpPr>
          <p:spPr>
            <a:xfrm>
              <a:off x="2664685" y="3989680"/>
              <a:ext cx="800219" cy="1889760"/>
            </a:xfrm>
            <a:prstGeom prst="rect">
              <a:avLst/>
            </a:prstGeom>
            <a:noFill/>
            <a:effectLst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>
                  <a:solidFill>
                    <a:srgbClr val="5A5A5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总结与展望</a:t>
              </a:r>
            </a:p>
            <a:p>
              <a:endParaRPr lang="zh-CN" altLang="en-US" sz="2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4" name="TextBox 76"/>
          <p:cNvSpPr txBox="1"/>
          <p:nvPr/>
        </p:nvSpPr>
        <p:spPr>
          <a:xfrm>
            <a:off x="6755517" y="2338924"/>
            <a:ext cx="1134607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800" dirty="0">
              <a:solidFill>
                <a:srgbClr val="DE4B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8765368" y="3573120"/>
            <a:ext cx="782673" cy="1964080"/>
            <a:chOff x="2682238" y="3989680"/>
            <a:chExt cx="782673" cy="1964080"/>
          </a:xfrm>
        </p:grpSpPr>
        <p:sp>
          <p:nvSpPr>
            <p:cNvPr id="131" name="矩形 130"/>
            <p:cNvSpPr/>
            <p:nvPr/>
          </p:nvSpPr>
          <p:spPr>
            <a:xfrm>
              <a:off x="2682238" y="3989680"/>
              <a:ext cx="400110" cy="92398"/>
            </a:xfrm>
            <a:prstGeom prst="rect">
              <a:avLst/>
            </a:prstGeom>
            <a:effectLst/>
          </p:spPr>
          <p:txBody>
            <a:bodyPr vert="eaVert" wrap="none">
              <a:spAutoFit/>
            </a:bodyPr>
            <a:lstStyle/>
            <a:p>
              <a:pPr>
                <a:spcBef>
                  <a:spcPct val="0"/>
                </a:spcBef>
              </a:pPr>
              <a:endParaRPr lang="en-US" altLang="zh-CN" sz="14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TextBox 76"/>
            <p:cNvSpPr txBox="1"/>
            <p:nvPr/>
          </p:nvSpPr>
          <p:spPr>
            <a:xfrm>
              <a:off x="2972468" y="3989680"/>
              <a:ext cx="492443" cy="1964080"/>
            </a:xfrm>
            <a:prstGeom prst="rect">
              <a:avLst/>
            </a:prstGeom>
            <a:noFill/>
            <a:effectLst/>
          </p:spPr>
          <p:txBody>
            <a:bodyPr vert="eaVert" wrap="square" rtlCol="0">
              <a:spAutoFit/>
            </a:bodyPr>
            <a:lstStyle/>
            <a:p>
              <a:endParaRPr lang="zh-CN" altLang="en-US" sz="2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8" name="任意多边形 137"/>
          <p:cNvSpPr/>
          <p:nvPr/>
        </p:nvSpPr>
        <p:spPr>
          <a:xfrm>
            <a:off x="10198698" y="5799059"/>
            <a:ext cx="1993302" cy="1058942"/>
          </a:xfrm>
          <a:custGeom>
            <a:avLst/>
            <a:gdLst>
              <a:gd name="connsiteX0" fmla="*/ 996651 w 1993302"/>
              <a:gd name="connsiteY0" fmla="*/ 0 h 1058942"/>
              <a:gd name="connsiteX1" fmla="*/ 1993302 w 1993302"/>
              <a:gd name="connsiteY1" fmla="*/ 1058942 h 1058942"/>
              <a:gd name="connsiteX2" fmla="*/ 1448801 w 1993302"/>
              <a:gd name="connsiteY2" fmla="*/ 1058942 h 1058942"/>
              <a:gd name="connsiteX3" fmla="*/ 996651 w 1993302"/>
              <a:gd name="connsiteY3" fmla="*/ 578532 h 1058942"/>
              <a:gd name="connsiteX4" fmla="*/ 544501 w 1993302"/>
              <a:gd name="connsiteY4" fmla="*/ 1058942 h 1058942"/>
              <a:gd name="connsiteX5" fmla="*/ 0 w 1993302"/>
              <a:gd name="connsiteY5" fmla="*/ 1058942 h 1058942"/>
              <a:gd name="connsiteX6" fmla="*/ 996651 w 1993302"/>
              <a:gd name="connsiteY6" fmla="*/ 0 h 105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93302" h="1058942">
                <a:moveTo>
                  <a:pt x="996651" y="0"/>
                </a:moveTo>
                <a:lnTo>
                  <a:pt x="1993302" y="1058942"/>
                </a:lnTo>
                <a:lnTo>
                  <a:pt x="1448801" y="1058942"/>
                </a:lnTo>
                <a:lnTo>
                  <a:pt x="996651" y="578532"/>
                </a:lnTo>
                <a:lnTo>
                  <a:pt x="544501" y="1058942"/>
                </a:lnTo>
                <a:lnTo>
                  <a:pt x="0" y="1058942"/>
                </a:lnTo>
                <a:lnTo>
                  <a:pt x="996651" y="0"/>
                </a:lnTo>
                <a:close/>
              </a:path>
            </a:pathLst>
          </a:custGeom>
          <a:solidFill>
            <a:srgbClr val="5A5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E5F4D67-9BD1-4549-A08D-4E40F94731B1}"/>
              </a:ext>
            </a:extLst>
          </p:cNvPr>
          <p:cNvSpPr/>
          <p:nvPr/>
        </p:nvSpPr>
        <p:spPr>
          <a:xfrm>
            <a:off x="6885324" y="3573120"/>
            <a:ext cx="400110" cy="2094932"/>
          </a:xfrm>
          <a:prstGeom prst="rect">
            <a:avLst/>
          </a:prstGeom>
          <a:effectLst/>
        </p:spPr>
        <p:txBody>
          <a:bodyPr vert="eaVert"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4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Summary and Prospect</a:t>
            </a:r>
            <a:endParaRPr lang="en-US" altLang="zh-CN" sz="1400" dirty="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/>
        </p:nvSpPr>
        <p:spPr>
          <a:xfrm flipV="1">
            <a:off x="1730671" y="0"/>
            <a:ext cx="4492591" cy="2386690"/>
          </a:xfrm>
          <a:custGeom>
            <a:avLst/>
            <a:gdLst>
              <a:gd name="connsiteX0" fmla="*/ 2763520 w 5527040"/>
              <a:gd name="connsiteY0" fmla="*/ 0 h 2936240"/>
              <a:gd name="connsiteX1" fmla="*/ 5527040 w 5527040"/>
              <a:gd name="connsiteY1" fmla="*/ 2936240 h 2936240"/>
              <a:gd name="connsiteX2" fmla="*/ 4828988 w 5527040"/>
              <a:gd name="connsiteY2" fmla="*/ 2936240 h 2936240"/>
              <a:gd name="connsiteX3" fmla="*/ 2763520 w 5527040"/>
              <a:gd name="connsiteY3" fmla="*/ 741680 h 2936240"/>
              <a:gd name="connsiteX4" fmla="*/ 698052 w 5527040"/>
              <a:gd name="connsiteY4" fmla="*/ 2936240 h 2936240"/>
              <a:gd name="connsiteX5" fmla="*/ 0 w 5527040"/>
              <a:gd name="connsiteY5" fmla="*/ 2936240 h 2936240"/>
              <a:gd name="connsiteX6" fmla="*/ 2763520 w 5527040"/>
              <a:gd name="connsiteY6" fmla="*/ 0 h 2936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7040" h="2936240">
                <a:moveTo>
                  <a:pt x="2763520" y="0"/>
                </a:moveTo>
                <a:lnTo>
                  <a:pt x="5527040" y="2936240"/>
                </a:lnTo>
                <a:lnTo>
                  <a:pt x="4828988" y="2936240"/>
                </a:lnTo>
                <a:lnTo>
                  <a:pt x="2763520" y="741680"/>
                </a:lnTo>
                <a:lnTo>
                  <a:pt x="698052" y="2936240"/>
                </a:lnTo>
                <a:lnTo>
                  <a:pt x="0" y="2936240"/>
                </a:lnTo>
                <a:lnTo>
                  <a:pt x="2763520" y="0"/>
                </a:lnTo>
                <a:close/>
              </a:path>
            </a:pathLst>
          </a:custGeom>
          <a:solidFill>
            <a:srgbClr val="DE4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flipV="1">
            <a:off x="3241512" y="0"/>
            <a:ext cx="1470909" cy="781420"/>
          </a:xfrm>
          <a:custGeom>
            <a:avLst/>
            <a:gdLst>
              <a:gd name="connsiteX0" fmla="*/ 2065468 w 4130936"/>
              <a:gd name="connsiteY0" fmla="*/ 0 h 2194560"/>
              <a:gd name="connsiteX1" fmla="*/ 4130936 w 4130936"/>
              <a:gd name="connsiteY1" fmla="*/ 2194560 h 2194560"/>
              <a:gd name="connsiteX2" fmla="*/ 0 w 4130936"/>
              <a:gd name="connsiteY2" fmla="*/ 2194560 h 2194560"/>
              <a:gd name="connsiteX3" fmla="*/ 2065468 w 4130936"/>
              <a:gd name="connsiteY3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936" h="2194560">
                <a:moveTo>
                  <a:pt x="2065468" y="0"/>
                </a:moveTo>
                <a:lnTo>
                  <a:pt x="4130936" y="2194560"/>
                </a:lnTo>
                <a:lnTo>
                  <a:pt x="0" y="2194560"/>
                </a:lnTo>
                <a:lnTo>
                  <a:pt x="2065468" y="0"/>
                </a:lnTo>
                <a:close/>
              </a:path>
            </a:pathLst>
          </a:custGeom>
          <a:solidFill>
            <a:srgbClr val="5A5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6096000" y="4663440"/>
            <a:ext cx="4130936" cy="2194560"/>
          </a:xfrm>
          <a:custGeom>
            <a:avLst/>
            <a:gdLst>
              <a:gd name="connsiteX0" fmla="*/ 2065468 w 4130936"/>
              <a:gd name="connsiteY0" fmla="*/ 0 h 2194560"/>
              <a:gd name="connsiteX1" fmla="*/ 4130936 w 4130936"/>
              <a:gd name="connsiteY1" fmla="*/ 2194560 h 2194560"/>
              <a:gd name="connsiteX2" fmla="*/ 0 w 4130936"/>
              <a:gd name="connsiteY2" fmla="*/ 2194560 h 2194560"/>
              <a:gd name="connsiteX3" fmla="*/ 2065468 w 4130936"/>
              <a:gd name="connsiteY3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936" h="2194560">
                <a:moveTo>
                  <a:pt x="2065468" y="0"/>
                </a:moveTo>
                <a:lnTo>
                  <a:pt x="4130936" y="2194560"/>
                </a:lnTo>
                <a:lnTo>
                  <a:pt x="0" y="2194560"/>
                </a:lnTo>
                <a:lnTo>
                  <a:pt x="2065468" y="0"/>
                </a:lnTo>
                <a:close/>
              </a:path>
            </a:pathLst>
          </a:custGeom>
          <a:solidFill>
            <a:srgbClr val="DE4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6695440" y="4288790"/>
            <a:ext cx="4836160" cy="2569210"/>
          </a:xfrm>
          <a:custGeom>
            <a:avLst/>
            <a:gdLst>
              <a:gd name="connsiteX0" fmla="*/ 0 w 4130936"/>
              <a:gd name="connsiteY0" fmla="*/ 2194560 h 2194560"/>
              <a:gd name="connsiteX1" fmla="*/ 225015 w 4130936"/>
              <a:gd name="connsiteY1" fmla="*/ 2194560 h 2194560"/>
              <a:gd name="connsiteX2" fmla="*/ 2065468 w 4130936"/>
              <a:gd name="connsiteY2" fmla="*/ 239078 h 2194560"/>
              <a:gd name="connsiteX3" fmla="*/ 3905922 w 4130936"/>
              <a:gd name="connsiteY3" fmla="*/ 2194560 h 2194560"/>
              <a:gd name="connsiteX4" fmla="*/ 4130936 w 4130936"/>
              <a:gd name="connsiteY4" fmla="*/ 2194560 h 2194560"/>
              <a:gd name="connsiteX5" fmla="*/ 2065468 w 4130936"/>
              <a:gd name="connsiteY5" fmla="*/ 0 h 2194560"/>
              <a:gd name="connsiteX6" fmla="*/ 0 w 4130936"/>
              <a:gd name="connsiteY6" fmla="*/ 219456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0936" h="2194560">
                <a:moveTo>
                  <a:pt x="0" y="2194560"/>
                </a:moveTo>
                <a:lnTo>
                  <a:pt x="225015" y="2194560"/>
                </a:lnTo>
                <a:lnTo>
                  <a:pt x="2065468" y="239078"/>
                </a:lnTo>
                <a:lnTo>
                  <a:pt x="3905922" y="2194560"/>
                </a:lnTo>
                <a:lnTo>
                  <a:pt x="4130936" y="2194560"/>
                </a:lnTo>
                <a:lnTo>
                  <a:pt x="2065468" y="0"/>
                </a:lnTo>
                <a:lnTo>
                  <a:pt x="0" y="2194560"/>
                </a:lnTo>
                <a:close/>
              </a:path>
            </a:pathLst>
          </a:custGeom>
          <a:solidFill>
            <a:srgbClr val="5A5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395102" y="3672473"/>
            <a:ext cx="1401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 Work</a:t>
            </a:r>
            <a:endParaRPr lang="en-US" altLang="zh-CN" dirty="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76"/>
          <p:cNvSpPr txBox="1"/>
          <p:nvPr/>
        </p:nvSpPr>
        <p:spPr>
          <a:xfrm>
            <a:off x="4323047" y="3211555"/>
            <a:ext cx="3545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主要工作</a:t>
            </a:r>
            <a:endParaRPr lang="zh-CN" altLang="en-US" sz="2800" dirty="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76"/>
          <p:cNvSpPr txBox="1"/>
          <p:nvPr/>
        </p:nvSpPr>
        <p:spPr>
          <a:xfrm>
            <a:off x="5182944" y="2239727"/>
            <a:ext cx="1826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ONE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5968738" y="3175229"/>
            <a:ext cx="254524" cy="0"/>
          </a:xfrm>
          <a:prstGeom prst="line">
            <a:avLst/>
          </a:prstGeom>
          <a:ln w="22225" cap="rnd">
            <a:solidFill>
              <a:srgbClr val="DE4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 flipV="1">
            <a:off x="0" y="-1"/>
            <a:ext cx="1249680" cy="663893"/>
            <a:chOff x="8564880" y="5384482"/>
            <a:chExt cx="2773680" cy="1473519"/>
          </a:xfrm>
        </p:grpSpPr>
        <p:sp>
          <p:nvSpPr>
            <p:cNvPr id="8" name="任意多边形 7"/>
            <p:cNvSpPr/>
            <p:nvPr/>
          </p:nvSpPr>
          <p:spPr>
            <a:xfrm>
              <a:off x="8564880" y="5384482"/>
              <a:ext cx="2773680" cy="1473518"/>
            </a:xfrm>
            <a:custGeom>
              <a:avLst/>
              <a:gdLst>
                <a:gd name="connsiteX0" fmla="*/ 2763520 w 5527040"/>
                <a:gd name="connsiteY0" fmla="*/ 0 h 2936240"/>
                <a:gd name="connsiteX1" fmla="*/ 5527040 w 5527040"/>
                <a:gd name="connsiteY1" fmla="*/ 2936240 h 2936240"/>
                <a:gd name="connsiteX2" fmla="*/ 4828988 w 5527040"/>
                <a:gd name="connsiteY2" fmla="*/ 2936240 h 2936240"/>
                <a:gd name="connsiteX3" fmla="*/ 2763520 w 5527040"/>
                <a:gd name="connsiteY3" fmla="*/ 741680 h 2936240"/>
                <a:gd name="connsiteX4" fmla="*/ 698052 w 5527040"/>
                <a:gd name="connsiteY4" fmla="*/ 2936240 h 2936240"/>
                <a:gd name="connsiteX5" fmla="*/ 0 w 5527040"/>
                <a:gd name="connsiteY5" fmla="*/ 2936240 h 2936240"/>
                <a:gd name="connsiteX6" fmla="*/ 2763520 w 5527040"/>
                <a:gd name="connsiteY6" fmla="*/ 0 h 293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27040" h="2936240">
                  <a:moveTo>
                    <a:pt x="2763520" y="0"/>
                  </a:moveTo>
                  <a:lnTo>
                    <a:pt x="5527040" y="2936240"/>
                  </a:lnTo>
                  <a:lnTo>
                    <a:pt x="4828988" y="2936240"/>
                  </a:lnTo>
                  <a:lnTo>
                    <a:pt x="2763520" y="741680"/>
                  </a:lnTo>
                  <a:lnTo>
                    <a:pt x="698052" y="2936240"/>
                  </a:lnTo>
                  <a:lnTo>
                    <a:pt x="0" y="2936240"/>
                  </a:lnTo>
                  <a:lnTo>
                    <a:pt x="2763520" y="0"/>
                  </a:lnTo>
                  <a:close/>
                </a:path>
              </a:pathLst>
            </a:custGeom>
            <a:solidFill>
              <a:srgbClr val="DE4B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8564880" y="5867137"/>
              <a:ext cx="1865155" cy="990864"/>
            </a:xfrm>
            <a:custGeom>
              <a:avLst/>
              <a:gdLst>
                <a:gd name="connsiteX0" fmla="*/ 2065468 w 4130936"/>
                <a:gd name="connsiteY0" fmla="*/ 0 h 2194560"/>
                <a:gd name="connsiteX1" fmla="*/ 4130936 w 4130936"/>
                <a:gd name="connsiteY1" fmla="*/ 2194560 h 2194560"/>
                <a:gd name="connsiteX2" fmla="*/ 0 w 4130936"/>
                <a:gd name="connsiteY2" fmla="*/ 2194560 h 2194560"/>
                <a:gd name="connsiteX3" fmla="*/ 2065468 w 4130936"/>
                <a:gd name="connsiteY3" fmla="*/ 0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30936" h="2194560">
                  <a:moveTo>
                    <a:pt x="2065468" y="0"/>
                  </a:moveTo>
                  <a:lnTo>
                    <a:pt x="4130936" y="2194560"/>
                  </a:lnTo>
                  <a:lnTo>
                    <a:pt x="0" y="2194560"/>
                  </a:lnTo>
                  <a:lnTo>
                    <a:pt x="2065468" y="0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 flipH="1" flipV="1">
            <a:off x="10908532" y="6248400"/>
            <a:ext cx="1283468" cy="609600"/>
            <a:chOff x="220532" y="0"/>
            <a:chExt cx="5657734" cy="2687216"/>
          </a:xfrm>
        </p:grpSpPr>
        <p:sp>
          <p:nvSpPr>
            <p:cNvPr id="9" name="任意多边形 8"/>
            <p:cNvSpPr/>
            <p:nvPr/>
          </p:nvSpPr>
          <p:spPr>
            <a:xfrm flipV="1">
              <a:off x="220532" y="0"/>
              <a:ext cx="4130936" cy="2194560"/>
            </a:xfrm>
            <a:custGeom>
              <a:avLst/>
              <a:gdLst>
                <a:gd name="connsiteX0" fmla="*/ 2065468 w 4130936"/>
                <a:gd name="connsiteY0" fmla="*/ 0 h 2194560"/>
                <a:gd name="connsiteX1" fmla="*/ 4130936 w 4130936"/>
                <a:gd name="connsiteY1" fmla="*/ 2194560 h 2194560"/>
                <a:gd name="connsiteX2" fmla="*/ 0 w 4130936"/>
                <a:gd name="connsiteY2" fmla="*/ 2194560 h 2194560"/>
                <a:gd name="connsiteX3" fmla="*/ 2065468 w 4130936"/>
                <a:gd name="connsiteY3" fmla="*/ 0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30936" h="2194560">
                  <a:moveTo>
                    <a:pt x="2065468" y="0"/>
                  </a:moveTo>
                  <a:lnTo>
                    <a:pt x="4130936" y="2194560"/>
                  </a:lnTo>
                  <a:lnTo>
                    <a:pt x="0" y="2194560"/>
                  </a:lnTo>
                  <a:lnTo>
                    <a:pt x="2065468" y="0"/>
                  </a:lnTo>
                  <a:close/>
                </a:path>
              </a:pathLst>
            </a:custGeom>
            <a:solidFill>
              <a:srgbClr val="DE4B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 flipV="1">
              <a:off x="819976" y="0"/>
              <a:ext cx="5058290" cy="2687216"/>
            </a:xfrm>
            <a:custGeom>
              <a:avLst/>
              <a:gdLst>
                <a:gd name="connsiteX0" fmla="*/ 0 w 4130936"/>
                <a:gd name="connsiteY0" fmla="*/ 2194560 h 2194560"/>
                <a:gd name="connsiteX1" fmla="*/ 225015 w 4130936"/>
                <a:gd name="connsiteY1" fmla="*/ 2194560 h 2194560"/>
                <a:gd name="connsiteX2" fmla="*/ 2065468 w 4130936"/>
                <a:gd name="connsiteY2" fmla="*/ 239078 h 2194560"/>
                <a:gd name="connsiteX3" fmla="*/ 3905922 w 4130936"/>
                <a:gd name="connsiteY3" fmla="*/ 2194560 h 2194560"/>
                <a:gd name="connsiteX4" fmla="*/ 4130936 w 4130936"/>
                <a:gd name="connsiteY4" fmla="*/ 2194560 h 2194560"/>
                <a:gd name="connsiteX5" fmla="*/ 2065468 w 4130936"/>
                <a:gd name="connsiteY5" fmla="*/ 0 h 2194560"/>
                <a:gd name="connsiteX6" fmla="*/ 0 w 4130936"/>
                <a:gd name="connsiteY6" fmla="*/ 2194560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0936" h="2194560">
                  <a:moveTo>
                    <a:pt x="0" y="2194560"/>
                  </a:moveTo>
                  <a:lnTo>
                    <a:pt x="225015" y="2194560"/>
                  </a:lnTo>
                  <a:lnTo>
                    <a:pt x="2065468" y="239078"/>
                  </a:lnTo>
                  <a:lnTo>
                    <a:pt x="3905922" y="2194560"/>
                  </a:lnTo>
                  <a:lnTo>
                    <a:pt x="4130936" y="2194560"/>
                  </a:lnTo>
                  <a:lnTo>
                    <a:pt x="2065468" y="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76"/>
          <p:cNvSpPr txBox="1"/>
          <p:nvPr/>
        </p:nvSpPr>
        <p:spPr>
          <a:xfrm>
            <a:off x="5500151" y="19289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507448" y="527040"/>
            <a:ext cx="3195994" cy="281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05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 and autumn advertisement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5987601" y="829991"/>
            <a:ext cx="235688" cy="0"/>
          </a:xfrm>
          <a:prstGeom prst="line">
            <a:avLst/>
          </a:prstGeom>
          <a:ln w="22225" cap="rnd">
            <a:solidFill>
              <a:srgbClr val="DE4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reeform 88"/>
          <p:cNvSpPr/>
          <p:nvPr/>
        </p:nvSpPr>
        <p:spPr bwMode="auto">
          <a:xfrm>
            <a:off x="4876800" y="2732077"/>
            <a:ext cx="787038" cy="759988"/>
          </a:xfrm>
          <a:custGeom>
            <a:avLst/>
            <a:gdLst>
              <a:gd name="T0" fmla="*/ 509 w 1350"/>
              <a:gd name="T1" fmla="*/ 24 h 1303"/>
              <a:gd name="T2" fmla="*/ 2 w 1350"/>
              <a:gd name="T3" fmla="*/ 1247 h 1303"/>
              <a:gd name="T4" fmla="*/ 54 w 1350"/>
              <a:gd name="T5" fmla="*/ 1303 h 1303"/>
              <a:gd name="T6" fmla="*/ 1107 w 1350"/>
              <a:gd name="T7" fmla="*/ 1303 h 1303"/>
              <a:gd name="T8" fmla="*/ 1158 w 1350"/>
              <a:gd name="T9" fmla="*/ 1258 h 1303"/>
              <a:gd name="T10" fmla="*/ 1334 w 1350"/>
              <a:gd name="T11" fmla="*/ 833 h 1303"/>
              <a:gd name="T12" fmla="*/ 1329 w 1350"/>
              <a:gd name="T13" fmla="*/ 766 h 1303"/>
              <a:gd name="T14" fmla="*/ 585 w 1350"/>
              <a:gd name="T15" fmla="*/ 21 h 1303"/>
              <a:gd name="T16" fmla="*/ 509 w 1350"/>
              <a:gd name="T17" fmla="*/ 24 h 1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50" h="1303">
                <a:moveTo>
                  <a:pt x="509" y="24"/>
                </a:moveTo>
                <a:cubicBezTo>
                  <a:pt x="220" y="356"/>
                  <a:pt x="35" y="781"/>
                  <a:pt x="2" y="1247"/>
                </a:cubicBezTo>
                <a:cubicBezTo>
                  <a:pt x="0" y="1277"/>
                  <a:pt x="24" y="1303"/>
                  <a:pt x="54" y="1303"/>
                </a:cubicBezTo>
                <a:cubicBezTo>
                  <a:pt x="1107" y="1303"/>
                  <a:pt x="1107" y="1303"/>
                  <a:pt x="1107" y="1303"/>
                </a:cubicBezTo>
                <a:cubicBezTo>
                  <a:pt x="1133" y="1303"/>
                  <a:pt x="1154" y="1284"/>
                  <a:pt x="1158" y="1258"/>
                </a:cubicBezTo>
                <a:cubicBezTo>
                  <a:pt x="1181" y="1100"/>
                  <a:pt x="1243" y="955"/>
                  <a:pt x="1334" y="833"/>
                </a:cubicBezTo>
                <a:cubicBezTo>
                  <a:pt x="1350" y="812"/>
                  <a:pt x="1347" y="784"/>
                  <a:pt x="1329" y="766"/>
                </a:cubicBezTo>
                <a:cubicBezTo>
                  <a:pt x="585" y="21"/>
                  <a:pt x="585" y="21"/>
                  <a:pt x="585" y="21"/>
                </a:cubicBezTo>
                <a:cubicBezTo>
                  <a:pt x="563" y="0"/>
                  <a:pt x="529" y="1"/>
                  <a:pt x="509" y="24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" name="Freeform 89"/>
          <p:cNvSpPr/>
          <p:nvPr/>
        </p:nvSpPr>
        <p:spPr bwMode="auto">
          <a:xfrm>
            <a:off x="6528162" y="3600266"/>
            <a:ext cx="787038" cy="759344"/>
          </a:xfrm>
          <a:custGeom>
            <a:avLst/>
            <a:gdLst>
              <a:gd name="T0" fmla="*/ 192 w 1350"/>
              <a:gd name="T1" fmla="*/ 44 h 1302"/>
              <a:gd name="T2" fmla="*/ 15 w 1350"/>
              <a:gd name="T3" fmla="*/ 469 h 1302"/>
              <a:gd name="T4" fmla="*/ 20 w 1350"/>
              <a:gd name="T5" fmla="*/ 536 h 1302"/>
              <a:gd name="T6" fmla="*/ 765 w 1350"/>
              <a:gd name="T7" fmla="*/ 1281 h 1302"/>
              <a:gd name="T8" fmla="*/ 841 w 1350"/>
              <a:gd name="T9" fmla="*/ 1279 h 1302"/>
              <a:gd name="T10" fmla="*/ 1348 w 1350"/>
              <a:gd name="T11" fmla="*/ 55 h 1302"/>
              <a:gd name="T12" fmla="*/ 1296 w 1350"/>
              <a:gd name="T13" fmla="*/ 0 h 1302"/>
              <a:gd name="T14" fmla="*/ 243 w 1350"/>
              <a:gd name="T15" fmla="*/ 0 h 1302"/>
              <a:gd name="T16" fmla="*/ 192 w 1350"/>
              <a:gd name="T17" fmla="*/ 44 h 1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50" h="1302">
                <a:moveTo>
                  <a:pt x="192" y="44"/>
                </a:moveTo>
                <a:cubicBezTo>
                  <a:pt x="169" y="202"/>
                  <a:pt x="107" y="347"/>
                  <a:pt x="15" y="469"/>
                </a:cubicBezTo>
                <a:cubicBezTo>
                  <a:pt x="0" y="490"/>
                  <a:pt x="2" y="518"/>
                  <a:pt x="20" y="536"/>
                </a:cubicBezTo>
                <a:cubicBezTo>
                  <a:pt x="765" y="1281"/>
                  <a:pt x="765" y="1281"/>
                  <a:pt x="765" y="1281"/>
                </a:cubicBezTo>
                <a:cubicBezTo>
                  <a:pt x="786" y="1302"/>
                  <a:pt x="821" y="1301"/>
                  <a:pt x="841" y="1279"/>
                </a:cubicBezTo>
                <a:cubicBezTo>
                  <a:pt x="1129" y="946"/>
                  <a:pt x="1315" y="521"/>
                  <a:pt x="1348" y="55"/>
                </a:cubicBezTo>
                <a:cubicBezTo>
                  <a:pt x="1350" y="25"/>
                  <a:pt x="1326" y="0"/>
                  <a:pt x="1296" y="0"/>
                </a:cubicBezTo>
                <a:cubicBezTo>
                  <a:pt x="243" y="0"/>
                  <a:pt x="243" y="0"/>
                  <a:pt x="243" y="0"/>
                </a:cubicBezTo>
                <a:cubicBezTo>
                  <a:pt x="217" y="0"/>
                  <a:pt x="195" y="19"/>
                  <a:pt x="192" y="44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7" name="Freeform 90"/>
          <p:cNvSpPr/>
          <p:nvPr/>
        </p:nvSpPr>
        <p:spPr bwMode="auto">
          <a:xfrm>
            <a:off x="6528162" y="2732077"/>
            <a:ext cx="787038" cy="759988"/>
          </a:xfrm>
          <a:custGeom>
            <a:avLst/>
            <a:gdLst>
              <a:gd name="T0" fmla="*/ 765 w 1350"/>
              <a:gd name="T1" fmla="*/ 21 h 1303"/>
              <a:gd name="T2" fmla="*/ 20 w 1350"/>
              <a:gd name="T3" fmla="*/ 766 h 1303"/>
              <a:gd name="T4" fmla="*/ 15 w 1350"/>
              <a:gd name="T5" fmla="*/ 833 h 1303"/>
              <a:gd name="T6" fmla="*/ 192 w 1350"/>
              <a:gd name="T7" fmla="*/ 1258 h 1303"/>
              <a:gd name="T8" fmla="*/ 243 w 1350"/>
              <a:gd name="T9" fmla="*/ 1303 h 1303"/>
              <a:gd name="T10" fmla="*/ 1296 w 1350"/>
              <a:gd name="T11" fmla="*/ 1303 h 1303"/>
              <a:gd name="T12" fmla="*/ 1348 w 1350"/>
              <a:gd name="T13" fmla="*/ 1247 h 1303"/>
              <a:gd name="T14" fmla="*/ 841 w 1350"/>
              <a:gd name="T15" fmla="*/ 24 h 1303"/>
              <a:gd name="T16" fmla="*/ 765 w 1350"/>
              <a:gd name="T17" fmla="*/ 21 h 1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50" h="1303">
                <a:moveTo>
                  <a:pt x="765" y="21"/>
                </a:moveTo>
                <a:cubicBezTo>
                  <a:pt x="20" y="766"/>
                  <a:pt x="20" y="766"/>
                  <a:pt x="20" y="766"/>
                </a:cubicBezTo>
                <a:cubicBezTo>
                  <a:pt x="2" y="784"/>
                  <a:pt x="0" y="812"/>
                  <a:pt x="15" y="833"/>
                </a:cubicBezTo>
                <a:cubicBezTo>
                  <a:pt x="106" y="955"/>
                  <a:pt x="169" y="1100"/>
                  <a:pt x="192" y="1258"/>
                </a:cubicBezTo>
                <a:cubicBezTo>
                  <a:pt x="195" y="1284"/>
                  <a:pt x="217" y="1303"/>
                  <a:pt x="243" y="1303"/>
                </a:cubicBezTo>
                <a:cubicBezTo>
                  <a:pt x="1296" y="1303"/>
                  <a:pt x="1296" y="1303"/>
                  <a:pt x="1296" y="1303"/>
                </a:cubicBezTo>
                <a:cubicBezTo>
                  <a:pt x="1326" y="1303"/>
                  <a:pt x="1350" y="1277"/>
                  <a:pt x="1348" y="1247"/>
                </a:cubicBezTo>
                <a:cubicBezTo>
                  <a:pt x="1315" y="781"/>
                  <a:pt x="1129" y="356"/>
                  <a:pt x="841" y="24"/>
                </a:cubicBezTo>
                <a:cubicBezTo>
                  <a:pt x="821" y="1"/>
                  <a:pt x="786" y="0"/>
                  <a:pt x="765" y="21"/>
                </a:cubicBezTo>
                <a:close/>
              </a:path>
            </a:pathLst>
          </a:custGeom>
          <a:solidFill>
            <a:srgbClr val="DE4B5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8" name="Freeform 92"/>
          <p:cNvSpPr/>
          <p:nvPr/>
        </p:nvSpPr>
        <p:spPr bwMode="auto">
          <a:xfrm>
            <a:off x="4876800" y="3600266"/>
            <a:ext cx="787038" cy="759344"/>
          </a:xfrm>
          <a:custGeom>
            <a:avLst/>
            <a:gdLst>
              <a:gd name="T0" fmla="*/ 1107 w 1350"/>
              <a:gd name="T1" fmla="*/ 0 h 1302"/>
              <a:gd name="T2" fmla="*/ 54 w 1350"/>
              <a:gd name="T3" fmla="*/ 0 h 1302"/>
              <a:gd name="T4" fmla="*/ 2 w 1350"/>
              <a:gd name="T5" fmla="*/ 55 h 1302"/>
              <a:gd name="T6" fmla="*/ 509 w 1350"/>
              <a:gd name="T7" fmla="*/ 1279 h 1302"/>
              <a:gd name="T8" fmla="*/ 585 w 1350"/>
              <a:gd name="T9" fmla="*/ 1281 h 1302"/>
              <a:gd name="T10" fmla="*/ 1329 w 1350"/>
              <a:gd name="T11" fmla="*/ 536 h 1302"/>
              <a:gd name="T12" fmla="*/ 1334 w 1350"/>
              <a:gd name="T13" fmla="*/ 469 h 1302"/>
              <a:gd name="T14" fmla="*/ 1158 w 1350"/>
              <a:gd name="T15" fmla="*/ 44 h 1302"/>
              <a:gd name="T16" fmla="*/ 1107 w 1350"/>
              <a:gd name="T17" fmla="*/ 0 h 1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50" h="1302">
                <a:moveTo>
                  <a:pt x="1107" y="0"/>
                </a:moveTo>
                <a:cubicBezTo>
                  <a:pt x="54" y="0"/>
                  <a:pt x="54" y="0"/>
                  <a:pt x="54" y="0"/>
                </a:cubicBezTo>
                <a:cubicBezTo>
                  <a:pt x="24" y="0"/>
                  <a:pt x="0" y="25"/>
                  <a:pt x="2" y="55"/>
                </a:cubicBezTo>
                <a:cubicBezTo>
                  <a:pt x="35" y="521"/>
                  <a:pt x="220" y="946"/>
                  <a:pt x="509" y="1279"/>
                </a:cubicBezTo>
                <a:cubicBezTo>
                  <a:pt x="529" y="1301"/>
                  <a:pt x="563" y="1302"/>
                  <a:pt x="585" y="1281"/>
                </a:cubicBezTo>
                <a:cubicBezTo>
                  <a:pt x="1329" y="536"/>
                  <a:pt x="1329" y="536"/>
                  <a:pt x="1329" y="536"/>
                </a:cubicBezTo>
                <a:cubicBezTo>
                  <a:pt x="1347" y="518"/>
                  <a:pt x="1350" y="490"/>
                  <a:pt x="1334" y="469"/>
                </a:cubicBezTo>
                <a:cubicBezTo>
                  <a:pt x="1243" y="347"/>
                  <a:pt x="1181" y="202"/>
                  <a:pt x="1158" y="44"/>
                </a:cubicBezTo>
                <a:cubicBezTo>
                  <a:pt x="1154" y="19"/>
                  <a:pt x="1133" y="0"/>
                  <a:pt x="1107" y="0"/>
                </a:cubicBezTo>
                <a:close/>
              </a:path>
            </a:pathLst>
          </a:custGeom>
          <a:solidFill>
            <a:srgbClr val="DE4B5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Freeform 12"/>
          <p:cNvSpPr>
            <a:spLocks noEditPoints="1"/>
          </p:cNvSpPr>
          <p:nvPr/>
        </p:nvSpPr>
        <p:spPr bwMode="auto">
          <a:xfrm>
            <a:off x="5128916" y="3138319"/>
            <a:ext cx="282806" cy="172560"/>
          </a:xfrm>
          <a:custGeom>
            <a:avLst/>
            <a:gdLst>
              <a:gd name="T0" fmla="*/ 152 w 400"/>
              <a:gd name="T1" fmla="*/ 7 h 244"/>
              <a:gd name="T2" fmla="*/ 127 w 400"/>
              <a:gd name="T3" fmla="*/ 7 h 244"/>
              <a:gd name="T4" fmla="*/ 0 w 400"/>
              <a:gd name="T5" fmla="*/ 122 h 244"/>
              <a:gd name="T6" fmla="*/ 127 w 400"/>
              <a:gd name="T7" fmla="*/ 237 h 244"/>
              <a:gd name="T8" fmla="*/ 152 w 400"/>
              <a:gd name="T9" fmla="*/ 237 h 244"/>
              <a:gd name="T10" fmla="*/ 152 w 400"/>
              <a:gd name="T11" fmla="*/ 212 h 244"/>
              <a:gd name="T12" fmla="*/ 53 w 400"/>
              <a:gd name="T13" fmla="*/ 122 h 244"/>
              <a:gd name="T14" fmla="*/ 152 w 400"/>
              <a:gd name="T15" fmla="*/ 32 h 244"/>
              <a:gd name="T16" fmla="*/ 152 w 400"/>
              <a:gd name="T17" fmla="*/ 7 h 244"/>
              <a:gd name="T18" fmla="*/ 272 w 400"/>
              <a:gd name="T19" fmla="*/ 7 h 244"/>
              <a:gd name="T20" fmla="*/ 248 w 400"/>
              <a:gd name="T21" fmla="*/ 7 h 244"/>
              <a:gd name="T22" fmla="*/ 248 w 400"/>
              <a:gd name="T23" fmla="*/ 32 h 244"/>
              <a:gd name="T24" fmla="*/ 347 w 400"/>
              <a:gd name="T25" fmla="*/ 122 h 244"/>
              <a:gd name="T26" fmla="*/ 248 w 400"/>
              <a:gd name="T27" fmla="*/ 212 h 244"/>
              <a:gd name="T28" fmla="*/ 248 w 400"/>
              <a:gd name="T29" fmla="*/ 237 h 244"/>
              <a:gd name="T30" fmla="*/ 272 w 400"/>
              <a:gd name="T31" fmla="*/ 237 h 244"/>
              <a:gd name="T32" fmla="*/ 400 w 400"/>
              <a:gd name="T33" fmla="*/ 122 h 244"/>
              <a:gd name="T34" fmla="*/ 272 w 400"/>
              <a:gd name="T35" fmla="*/ 7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0" h="244">
                <a:moveTo>
                  <a:pt x="152" y="7"/>
                </a:moveTo>
                <a:cubicBezTo>
                  <a:pt x="145" y="0"/>
                  <a:pt x="135" y="0"/>
                  <a:pt x="127" y="7"/>
                </a:cubicBezTo>
                <a:cubicBezTo>
                  <a:pt x="0" y="122"/>
                  <a:pt x="0" y="122"/>
                  <a:pt x="0" y="122"/>
                </a:cubicBezTo>
                <a:cubicBezTo>
                  <a:pt x="127" y="237"/>
                  <a:pt x="127" y="237"/>
                  <a:pt x="127" y="237"/>
                </a:cubicBezTo>
                <a:cubicBezTo>
                  <a:pt x="135" y="244"/>
                  <a:pt x="145" y="244"/>
                  <a:pt x="152" y="237"/>
                </a:cubicBezTo>
                <a:cubicBezTo>
                  <a:pt x="159" y="230"/>
                  <a:pt x="159" y="219"/>
                  <a:pt x="152" y="212"/>
                </a:cubicBezTo>
                <a:cubicBezTo>
                  <a:pt x="53" y="122"/>
                  <a:pt x="53" y="122"/>
                  <a:pt x="53" y="1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9" y="25"/>
                  <a:pt x="159" y="14"/>
                  <a:pt x="152" y="7"/>
                </a:cubicBezTo>
                <a:close/>
                <a:moveTo>
                  <a:pt x="272" y="7"/>
                </a:moveTo>
                <a:cubicBezTo>
                  <a:pt x="265" y="0"/>
                  <a:pt x="255" y="0"/>
                  <a:pt x="248" y="7"/>
                </a:cubicBezTo>
                <a:cubicBezTo>
                  <a:pt x="240" y="14"/>
                  <a:pt x="241" y="25"/>
                  <a:pt x="248" y="32"/>
                </a:cubicBezTo>
                <a:cubicBezTo>
                  <a:pt x="347" y="122"/>
                  <a:pt x="347" y="122"/>
                  <a:pt x="347" y="12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1" y="219"/>
                  <a:pt x="240" y="230"/>
                  <a:pt x="248" y="237"/>
                </a:cubicBezTo>
                <a:cubicBezTo>
                  <a:pt x="255" y="244"/>
                  <a:pt x="265" y="244"/>
                  <a:pt x="272" y="237"/>
                </a:cubicBezTo>
                <a:cubicBezTo>
                  <a:pt x="400" y="122"/>
                  <a:pt x="400" y="122"/>
                  <a:pt x="400" y="122"/>
                </a:cubicBezTo>
                <a:lnTo>
                  <a:pt x="272" y="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21682" tIns="60841" rIns="121682" bIns="60841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70" name="组合 69"/>
          <p:cNvGrpSpPr/>
          <p:nvPr/>
        </p:nvGrpSpPr>
        <p:grpSpPr>
          <a:xfrm flipH="1">
            <a:off x="5161704" y="3756977"/>
            <a:ext cx="216033" cy="216402"/>
            <a:chOff x="7143757" y="2666996"/>
            <a:chExt cx="488067" cy="488901"/>
          </a:xfrm>
          <a:solidFill>
            <a:schemeClr val="bg1"/>
          </a:solidFill>
          <a:effectLst/>
        </p:grpSpPr>
        <p:sp>
          <p:nvSpPr>
            <p:cNvPr id="71" name="AutoShape 18"/>
            <p:cNvSpPr/>
            <p:nvPr/>
          </p:nvSpPr>
          <p:spPr bwMode="auto">
            <a:xfrm>
              <a:off x="7143757" y="2666996"/>
              <a:ext cx="488067" cy="48890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799"/>
                  </a:moveTo>
                  <a:cubicBezTo>
                    <a:pt x="20249" y="20048"/>
                    <a:pt x="20048" y="20249"/>
                    <a:pt x="19799" y="20249"/>
                  </a:cubicBezTo>
                  <a:lnTo>
                    <a:pt x="1800" y="20249"/>
                  </a:lnTo>
                  <a:cubicBezTo>
                    <a:pt x="1551" y="20249"/>
                    <a:pt x="1349" y="20048"/>
                    <a:pt x="1349" y="19799"/>
                  </a:cubicBezTo>
                  <a:lnTo>
                    <a:pt x="1349" y="3824"/>
                  </a:lnTo>
                  <a:cubicBezTo>
                    <a:pt x="1349" y="3576"/>
                    <a:pt x="1551" y="3375"/>
                    <a:pt x="1800" y="3375"/>
                  </a:cubicBezTo>
                  <a:lnTo>
                    <a:pt x="4724" y="3375"/>
                  </a:lnTo>
                  <a:lnTo>
                    <a:pt x="4724" y="4725"/>
                  </a:lnTo>
                  <a:cubicBezTo>
                    <a:pt x="4724" y="5098"/>
                    <a:pt x="5027" y="5400"/>
                    <a:pt x="5399" y="5400"/>
                  </a:cubicBezTo>
                  <a:cubicBezTo>
                    <a:pt x="5772" y="5400"/>
                    <a:pt x="6074" y="5098"/>
                    <a:pt x="6074" y="4725"/>
                  </a:cubicBezTo>
                  <a:lnTo>
                    <a:pt x="6074" y="3375"/>
                  </a:lnTo>
                  <a:lnTo>
                    <a:pt x="10124" y="3375"/>
                  </a:lnTo>
                  <a:lnTo>
                    <a:pt x="10124" y="4725"/>
                  </a:lnTo>
                  <a:cubicBezTo>
                    <a:pt x="10124" y="5098"/>
                    <a:pt x="10427" y="5400"/>
                    <a:pt x="10800" y="5400"/>
                  </a:cubicBezTo>
                  <a:cubicBezTo>
                    <a:pt x="11172" y="5400"/>
                    <a:pt x="11474" y="5098"/>
                    <a:pt x="11474" y="4725"/>
                  </a:cubicBezTo>
                  <a:lnTo>
                    <a:pt x="11474" y="3375"/>
                  </a:lnTo>
                  <a:lnTo>
                    <a:pt x="15524" y="3375"/>
                  </a:lnTo>
                  <a:lnTo>
                    <a:pt x="15524" y="4725"/>
                  </a:lnTo>
                  <a:cubicBezTo>
                    <a:pt x="15524" y="5098"/>
                    <a:pt x="15827" y="5400"/>
                    <a:pt x="16199" y="5400"/>
                  </a:cubicBezTo>
                  <a:cubicBezTo>
                    <a:pt x="16572" y="5400"/>
                    <a:pt x="16874" y="5098"/>
                    <a:pt x="16874" y="4725"/>
                  </a:cubicBezTo>
                  <a:lnTo>
                    <a:pt x="16874" y="3375"/>
                  </a:lnTo>
                  <a:lnTo>
                    <a:pt x="19799" y="3375"/>
                  </a:lnTo>
                  <a:cubicBezTo>
                    <a:pt x="20048" y="3375"/>
                    <a:pt x="20249" y="3576"/>
                    <a:pt x="20249" y="3824"/>
                  </a:cubicBezTo>
                  <a:cubicBezTo>
                    <a:pt x="20249" y="3824"/>
                    <a:pt x="20249" y="19799"/>
                    <a:pt x="20249" y="19799"/>
                  </a:cubicBezTo>
                  <a:close/>
                  <a:moveTo>
                    <a:pt x="19799" y="2025"/>
                  </a:moveTo>
                  <a:lnTo>
                    <a:pt x="16874" y="2025"/>
                  </a:lnTo>
                  <a:lnTo>
                    <a:pt x="16874" y="675"/>
                  </a:lnTo>
                  <a:cubicBezTo>
                    <a:pt x="16874" y="301"/>
                    <a:pt x="16572" y="0"/>
                    <a:pt x="16199" y="0"/>
                  </a:cubicBezTo>
                  <a:cubicBezTo>
                    <a:pt x="15827" y="0"/>
                    <a:pt x="15524" y="301"/>
                    <a:pt x="15524" y="675"/>
                  </a:cubicBezTo>
                  <a:lnTo>
                    <a:pt x="15524" y="2025"/>
                  </a:lnTo>
                  <a:lnTo>
                    <a:pt x="11474" y="2025"/>
                  </a:lnTo>
                  <a:lnTo>
                    <a:pt x="11474" y="675"/>
                  </a:lnTo>
                  <a:cubicBezTo>
                    <a:pt x="11474" y="301"/>
                    <a:pt x="11172" y="0"/>
                    <a:pt x="10800" y="0"/>
                  </a:cubicBezTo>
                  <a:cubicBezTo>
                    <a:pt x="10427" y="0"/>
                    <a:pt x="10124" y="301"/>
                    <a:pt x="10124" y="675"/>
                  </a:cubicBezTo>
                  <a:lnTo>
                    <a:pt x="10124" y="2025"/>
                  </a:lnTo>
                  <a:lnTo>
                    <a:pt x="6074" y="2025"/>
                  </a:lnTo>
                  <a:lnTo>
                    <a:pt x="6074" y="675"/>
                  </a:lnTo>
                  <a:cubicBezTo>
                    <a:pt x="6074" y="301"/>
                    <a:pt x="5772" y="0"/>
                    <a:pt x="5399" y="0"/>
                  </a:cubicBezTo>
                  <a:cubicBezTo>
                    <a:pt x="5027" y="0"/>
                    <a:pt x="4724" y="301"/>
                    <a:pt x="4724" y="675"/>
                  </a:cubicBezTo>
                  <a:lnTo>
                    <a:pt x="4724" y="2025"/>
                  </a:lnTo>
                  <a:lnTo>
                    <a:pt x="1800" y="2025"/>
                  </a:lnTo>
                  <a:cubicBezTo>
                    <a:pt x="805" y="2025"/>
                    <a:pt x="0" y="2830"/>
                    <a:pt x="0" y="3824"/>
                  </a:cubicBezTo>
                  <a:lnTo>
                    <a:pt x="0" y="19799"/>
                  </a:lnTo>
                  <a:cubicBezTo>
                    <a:pt x="0" y="20793"/>
                    <a:pt x="805" y="21599"/>
                    <a:pt x="1800" y="21599"/>
                  </a:cubicBezTo>
                  <a:lnTo>
                    <a:pt x="19799" y="21599"/>
                  </a:lnTo>
                  <a:cubicBezTo>
                    <a:pt x="20794" y="21599"/>
                    <a:pt x="21600" y="20793"/>
                    <a:pt x="21600" y="19799"/>
                  </a:cubicBezTo>
                  <a:lnTo>
                    <a:pt x="21600" y="3824"/>
                  </a:lnTo>
                  <a:cubicBezTo>
                    <a:pt x="21600" y="2830"/>
                    <a:pt x="20794" y="2025"/>
                    <a:pt x="19799" y="2025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algn="r" defTabSz="608965"/>
              <a:endParaRPr lang="en-US" sz="40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2" name="AutoShape 19"/>
            <p:cNvSpPr/>
            <p:nvPr/>
          </p:nvSpPr>
          <p:spPr bwMode="auto">
            <a:xfrm>
              <a:off x="7250548" y="2850544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algn="r" defTabSz="608965"/>
              <a:endParaRPr lang="en-US" sz="40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3" name="AutoShape 20"/>
            <p:cNvSpPr/>
            <p:nvPr/>
          </p:nvSpPr>
          <p:spPr bwMode="auto">
            <a:xfrm>
              <a:off x="7250548" y="2926466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algn="r" defTabSz="608965"/>
              <a:endParaRPr lang="en-US" sz="40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4" name="AutoShape 21"/>
            <p:cNvSpPr/>
            <p:nvPr/>
          </p:nvSpPr>
          <p:spPr bwMode="auto">
            <a:xfrm>
              <a:off x="7250548" y="3003222"/>
              <a:ext cx="60904" cy="450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algn="r" defTabSz="608965"/>
              <a:endParaRPr lang="en-US" sz="40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5" name="AutoShape 22"/>
            <p:cNvSpPr/>
            <p:nvPr/>
          </p:nvSpPr>
          <p:spPr bwMode="auto">
            <a:xfrm>
              <a:off x="7357338" y="3003222"/>
              <a:ext cx="60904" cy="450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algn="r" defTabSz="608965"/>
              <a:endParaRPr lang="en-US" sz="40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6" name="AutoShape 23"/>
            <p:cNvSpPr/>
            <p:nvPr/>
          </p:nvSpPr>
          <p:spPr bwMode="auto">
            <a:xfrm>
              <a:off x="7357338" y="2926466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algn="r" defTabSz="608965"/>
              <a:endParaRPr lang="en-US" sz="40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7" name="AutoShape 24"/>
            <p:cNvSpPr/>
            <p:nvPr/>
          </p:nvSpPr>
          <p:spPr bwMode="auto">
            <a:xfrm>
              <a:off x="7357338" y="2850544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algn="r" defTabSz="608965"/>
              <a:endParaRPr lang="en-US" sz="40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8" name="AutoShape 25"/>
            <p:cNvSpPr/>
            <p:nvPr/>
          </p:nvSpPr>
          <p:spPr bwMode="auto">
            <a:xfrm>
              <a:off x="7464131" y="3003222"/>
              <a:ext cx="60904" cy="450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algn="r" defTabSz="608965"/>
              <a:endParaRPr lang="en-US" sz="40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9" name="AutoShape 26"/>
            <p:cNvSpPr/>
            <p:nvPr/>
          </p:nvSpPr>
          <p:spPr bwMode="auto">
            <a:xfrm>
              <a:off x="7464131" y="2926466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algn="r" defTabSz="608965"/>
              <a:endParaRPr lang="en-US" sz="40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0" name="AutoShape 27"/>
            <p:cNvSpPr/>
            <p:nvPr/>
          </p:nvSpPr>
          <p:spPr bwMode="auto">
            <a:xfrm>
              <a:off x="7464131" y="2850544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algn="r" defTabSz="608965"/>
              <a:endParaRPr lang="en-US" sz="40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81" name="Freeform 91"/>
          <p:cNvSpPr/>
          <p:nvPr/>
        </p:nvSpPr>
        <p:spPr bwMode="auto">
          <a:xfrm>
            <a:off x="6150101" y="2326321"/>
            <a:ext cx="759988" cy="787038"/>
          </a:xfrm>
          <a:custGeom>
            <a:avLst/>
            <a:gdLst>
              <a:gd name="T0" fmla="*/ 0 w 1303"/>
              <a:gd name="T1" fmla="*/ 53 h 1349"/>
              <a:gd name="T2" fmla="*/ 0 w 1303"/>
              <a:gd name="T3" fmla="*/ 1107 h 1349"/>
              <a:gd name="T4" fmla="*/ 44 w 1303"/>
              <a:gd name="T5" fmla="*/ 1158 h 1349"/>
              <a:gd name="T6" fmla="*/ 470 w 1303"/>
              <a:gd name="T7" fmla="*/ 1334 h 1349"/>
              <a:gd name="T8" fmla="*/ 537 w 1303"/>
              <a:gd name="T9" fmla="*/ 1329 h 1349"/>
              <a:gd name="T10" fmla="*/ 1281 w 1303"/>
              <a:gd name="T11" fmla="*/ 584 h 1349"/>
              <a:gd name="T12" fmla="*/ 1279 w 1303"/>
              <a:gd name="T13" fmla="*/ 509 h 1349"/>
              <a:gd name="T14" fmla="*/ 55 w 1303"/>
              <a:gd name="T15" fmla="*/ 2 h 1349"/>
              <a:gd name="T16" fmla="*/ 0 w 1303"/>
              <a:gd name="T17" fmla="*/ 53 h 1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3" h="1349">
                <a:moveTo>
                  <a:pt x="0" y="53"/>
                </a:moveTo>
                <a:cubicBezTo>
                  <a:pt x="0" y="1107"/>
                  <a:pt x="0" y="1107"/>
                  <a:pt x="0" y="1107"/>
                </a:cubicBezTo>
                <a:cubicBezTo>
                  <a:pt x="0" y="1132"/>
                  <a:pt x="19" y="1154"/>
                  <a:pt x="44" y="1158"/>
                </a:cubicBezTo>
                <a:cubicBezTo>
                  <a:pt x="202" y="1181"/>
                  <a:pt x="347" y="1243"/>
                  <a:pt x="470" y="1334"/>
                </a:cubicBezTo>
                <a:cubicBezTo>
                  <a:pt x="490" y="1349"/>
                  <a:pt x="519" y="1347"/>
                  <a:pt x="537" y="1329"/>
                </a:cubicBezTo>
                <a:cubicBezTo>
                  <a:pt x="1281" y="584"/>
                  <a:pt x="1281" y="584"/>
                  <a:pt x="1281" y="584"/>
                </a:cubicBezTo>
                <a:cubicBezTo>
                  <a:pt x="1303" y="563"/>
                  <a:pt x="1302" y="528"/>
                  <a:pt x="1279" y="509"/>
                </a:cubicBezTo>
                <a:cubicBezTo>
                  <a:pt x="946" y="220"/>
                  <a:pt x="522" y="34"/>
                  <a:pt x="55" y="2"/>
                </a:cubicBezTo>
                <a:cubicBezTo>
                  <a:pt x="25" y="0"/>
                  <a:pt x="0" y="24"/>
                  <a:pt x="0" y="53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Freeform 93"/>
          <p:cNvSpPr/>
          <p:nvPr/>
        </p:nvSpPr>
        <p:spPr bwMode="auto">
          <a:xfrm>
            <a:off x="5281912" y="2326321"/>
            <a:ext cx="759988" cy="787038"/>
          </a:xfrm>
          <a:custGeom>
            <a:avLst/>
            <a:gdLst>
              <a:gd name="T0" fmla="*/ 21 w 1303"/>
              <a:gd name="T1" fmla="*/ 584 h 1349"/>
              <a:gd name="T2" fmla="*/ 766 w 1303"/>
              <a:gd name="T3" fmla="*/ 1329 h 1349"/>
              <a:gd name="T4" fmla="*/ 833 w 1303"/>
              <a:gd name="T5" fmla="*/ 1334 h 1349"/>
              <a:gd name="T6" fmla="*/ 1258 w 1303"/>
              <a:gd name="T7" fmla="*/ 1158 h 1349"/>
              <a:gd name="T8" fmla="*/ 1303 w 1303"/>
              <a:gd name="T9" fmla="*/ 1107 h 1349"/>
              <a:gd name="T10" fmla="*/ 1303 w 1303"/>
              <a:gd name="T11" fmla="*/ 53 h 1349"/>
              <a:gd name="T12" fmla="*/ 1248 w 1303"/>
              <a:gd name="T13" fmla="*/ 2 h 1349"/>
              <a:gd name="T14" fmla="*/ 24 w 1303"/>
              <a:gd name="T15" fmla="*/ 509 h 1349"/>
              <a:gd name="T16" fmla="*/ 21 w 1303"/>
              <a:gd name="T17" fmla="*/ 584 h 1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3" h="1349">
                <a:moveTo>
                  <a:pt x="21" y="584"/>
                </a:moveTo>
                <a:cubicBezTo>
                  <a:pt x="766" y="1329"/>
                  <a:pt x="766" y="1329"/>
                  <a:pt x="766" y="1329"/>
                </a:cubicBezTo>
                <a:cubicBezTo>
                  <a:pt x="784" y="1347"/>
                  <a:pt x="813" y="1349"/>
                  <a:pt x="833" y="1334"/>
                </a:cubicBezTo>
                <a:cubicBezTo>
                  <a:pt x="955" y="1243"/>
                  <a:pt x="1101" y="1181"/>
                  <a:pt x="1258" y="1158"/>
                </a:cubicBezTo>
                <a:cubicBezTo>
                  <a:pt x="1284" y="1154"/>
                  <a:pt x="1303" y="1132"/>
                  <a:pt x="1303" y="1107"/>
                </a:cubicBezTo>
                <a:cubicBezTo>
                  <a:pt x="1303" y="53"/>
                  <a:pt x="1303" y="53"/>
                  <a:pt x="1303" y="53"/>
                </a:cubicBezTo>
                <a:cubicBezTo>
                  <a:pt x="1303" y="24"/>
                  <a:pt x="1277" y="0"/>
                  <a:pt x="1248" y="2"/>
                </a:cubicBezTo>
                <a:cubicBezTo>
                  <a:pt x="781" y="35"/>
                  <a:pt x="356" y="220"/>
                  <a:pt x="24" y="509"/>
                </a:cubicBezTo>
                <a:cubicBezTo>
                  <a:pt x="1" y="528"/>
                  <a:pt x="0" y="563"/>
                  <a:pt x="21" y="584"/>
                </a:cubicBezTo>
                <a:close/>
              </a:path>
            </a:pathLst>
          </a:custGeom>
          <a:solidFill>
            <a:srgbClr val="DE4B5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3" name="Freeform 22"/>
          <p:cNvSpPr>
            <a:spLocks noEditPoints="1"/>
          </p:cNvSpPr>
          <p:nvPr/>
        </p:nvSpPr>
        <p:spPr bwMode="auto">
          <a:xfrm>
            <a:off x="5663838" y="2621169"/>
            <a:ext cx="198011" cy="197341"/>
          </a:xfrm>
          <a:custGeom>
            <a:avLst/>
            <a:gdLst>
              <a:gd name="T0" fmla="*/ 287 w 316"/>
              <a:gd name="T1" fmla="*/ 29 h 316"/>
              <a:gd name="T2" fmla="*/ 236 w 316"/>
              <a:gd name="T3" fmla="*/ 4 h 316"/>
              <a:gd name="T4" fmla="*/ 135 w 316"/>
              <a:gd name="T5" fmla="*/ 105 h 316"/>
              <a:gd name="T6" fmla="*/ 20 w 316"/>
              <a:gd name="T7" fmla="*/ 221 h 316"/>
              <a:gd name="T8" fmla="*/ 0 w 316"/>
              <a:gd name="T9" fmla="*/ 316 h 316"/>
              <a:gd name="T10" fmla="*/ 95 w 316"/>
              <a:gd name="T11" fmla="*/ 296 h 316"/>
              <a:gd name="T12" fmla="*/ 210 w 316"/>
              <a:gd name="T13" fmla="*/ 180 h 316"/>
              <a:gd name="T14" fmla="*/ 312 w 316"/>
              <a:gd name="T15" fmla="*/ 79 h 316"/>
              <a:gd name="T16" fmla="*/ 287 w 316"/>
              <a:gd name="T17" fmla="*/ 29 h 316"/>
              <a:gd name="T18" fmla="*/ 89 w 316"/>
              <a:gd name="T19" fmla="*/ 284 h 316"/>
              <a:gd name="T20" fmla="*/ 57 w 316"/>
              <a:gd name="T21" fmla="*/ 291 h 316"/>
              <a:gd name="T22" fmla="*/ 43 w 316"/>
              <a:gd name="T23" fmla="*/ 273 h 316"/>
              <a:gd name="T24" fmla="*/ 24 w 316"/>
              <a:gd name="T25" fmla="*/ 259 h 316"/>
              <a:gd name="T26" fmla="*/ 31 w 316"/>
              <a:gd name="T27" fmla="*/ 226 h 316"/>
              <a:gd name="T28" fmla="*/ 41 w 316"/>
              <a:gd name="T29" fmla="*/ 217 h 316"/>
              <a:gd name="T30" fmla="*/ 78 w 316"/>
              <a:gd name="T31" fmla="*/ 237 h 316"/>
              <a:gd name="T32" fmla="*/ 99 w 316"/>
              <a:gd name="T33" fmla="*/ 275 h 316"/>
              <a:gd name="T34" fmla="*/ 89 w 316"/>
              <a:gd name="T35" fmla="*/ 284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16" h="316">
                <a:moveTo>
                  <a:pt x="287" y="29"/>
                </a:moveTo>
                <a:cubicBezTo>
                  <a:pt x="258" y="0"/>
                  <a:pt x="236" y="4"/>
                  <a:pt x="236" y="4"/>
                </a:cubicBezTo>
                <a:cubicBezTo>
                  <a:pt x="135" y="105"/>
                  <a:pt x="135" y="105"/>
                  <a:pt x="135" y="105"/>
                </a:cubicBezTo>
                <a:cubicBezTo>
                  <a:pt x="20" y="221"/>
                  <a:pt x="20" y="221"/>
                  <a:pt x="20" y="221"/>
                </a:cubicBezTo>
                <a:cubicBezTo>
                  <a:pt x="0" y="316"/>
                  <a:pt x="0" y="316"/>
                  <a:pt x="0" y="316"/>
                </a:cubicBezTo>
                <a:cubicBezTo>
                  <a:pt x="95" y="296"/>
                  <a:pt x="95" y="296"/>
                  <a:pt x="95" y="296"/>
                </a:cubicBezTo>
                <a:cubicBezTo>
                  <a:pt x="210" y="180"/>
                  <a:pt x="210" y="180"/>
                  <a:pt x="210" y="180"/>
                </a:cubicBezTo>
                <a:cubicBezTo>
                  <a:pt x="312" y="79"/>
                  <a:pt x="312" y="79"/>
                  <a:pt x="312" y="79"/>
                </a:cubicBezTo>
                <a:cubicBezTo>
                  <a:pt x="312" y="79"/>
                  <a:pt x="316" y="58"/>
                  <a:pt x="287" y="29"/>
                </a:cubicBezTo>
                <a:close/>
                <a:moveTo>
                  <a:pt x="89" y="284"/>
                </a:moveTo>
                <a:cubicBezTo>
                  <a:pt x="57" y="291"/>
                  <a:pt x="57" y="291"/>
                  <a:pt x="57" y="291"/>
                </a:cubicBezTo>
                <a:cubicBezTo>
                  <a:pt x="54" y="285"/>
                  <a:pt x="50" y="280"/>
                  <a:pt x="43" y="273"/>
                </a:cubicBezTo>
                <a:cubicBezTo>
                  <a:pt x="36" y="266"/>
                  <a:pt x="30" y="262"/>
                  <a:pt x="24" y="259"/>
                </a:cubicBezTo>
                <a:cubicBezTo>
                  <a:pt x="31" y="226"/>
                  <a:pt x="31" y="226"/>
                  <a:pt x="31" y="226"/>
                </a:cubicBezTo>
                <a:cubicBezTo>
                  <a:pt x="41" y="217"/>
                  <a:pt x="41" y="217"/>
                  <a:pt x="41" y="217"/>
                </a:cubicBezTo>
                <a:cubicBezTo>
                  <a:pt x="41" y="217"/>
                  <a:pt x="58" y="217"/>
                  <a:pt x="78" y="237"/>
                </a:cubicBezTo>
                <a:cubicBezTo>
                  <a:pt x="98" y="257"/>
                  <a:pt x="99" y="275"/>
                  <a:pt x="99" y="275"/>
                </a:cubicBezTo>
                <a:lnTo>
                  <a:pt x="89" y="2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21682" tIns="60841" rIns="121682" bIns="60841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4" name="AutoShape 28"/>
          <p:cNvSpPr/>
          <p:nvPr/>
        </p:nvSpPr>
        <p:spPr bwMode="auto">
          <a:xfrm flipH="1">
            <a:off x="6322176" y="2623877"/>
            <a:ext cx="216402" cy="21640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249" y="9450"/>
                </a:moveTo>
                <a:cubicBezTo>
                  <a:pt x="20249" y="9823"/>
                  <a:pt x="19947" y="10124"/>
                  <a:pt x="19575" y="10124"/>
                </a:cubicBezTo>
                <a:lnTo>
                  <a:pt x="18324" y="10124"/>
                </a:lnTo>
                <a:lnTo>
                  <a:pt x="15624" y="5400"/>
                </a:lnTo>
                <a:lnTo>
                  <a:pt x="17549" y="5400"/>
                </a:lnTo>
                <a:cubicBezTo>
                  <a:pt x="17762" y="5400"/>
                  <a:pt x="17962" y="5500"/>
                  <a:pt x="18089" y="5670"/>
                </a:cubicBezTo>
                <a:lnTo>
                  <a:pt x="20114" y="8370"/>
                </a:lnTo>
                <a:cubicBezTo>
                  <a:pt x="20202" y="8486"/>
                  <a:pt x="20249" y="8628"/>
                  <a:pt x="20249" y="8774"/>
                </a:cubicBezTo>
                <a:cubicBezTo>
                  <a:pt x="20249" y="8774"/>
                  <a:pt x="20249" y="9450"/>
                  <a:pt x="20249" y="9450"/>
                </a:cubicBezTo>
                <a:close/>
                <a:moveTo>
                  <a:pt x="18224" y="20249"/>
                </a:moveTo>
                <a:lnTo>
                  <a:pt x="14174" y="20249"/>
                </a:lnTo>
                <a:lnTo>
                  <a:pt x="14174" y="13500"/>
                </a:lnTo>
                <a:cubicBezTo>
                  <a:pt x="14174" y="13126"/>
                  <a:pt x="13872" y="12825"/>
                  <a:pt x="13499" y="12825"/>
                </a:cubicBezTo>
                <a:lnTo>
                  <a:pt x="8437" y="12825"/>
                </a:lnTo>
                <a:cubicBezTo>
                  <a:pt x="8064" y="12825"/>
                  <a:pt x="7762" y="13126"/>
                  <a:pt x="7762" y="13500"/>
                </a:cubicBezTo>
                <a:lnTo>
                  <a:pt x="7762" y="20249"/>
                </a:lnTo>
                <a:lnTo>
                  <a:pt x="3374" y="20249"/>
                </a:lnTo>
                <a:lnTo>
                  <a:pt x="3374" y="11475"/>
                </a:lnTo>
                <a:lnTo>
                  <a:pt x="18224" y="11475"/>
                </a:lnTo>
                <a:cubicBezTo>
                  <a:pt x="18224" y="11475"/>
                  <a:pt x="18224" y="20249"/>
                  <a:pt x="18224" y="20249"/>
                </a:cubicBezTo>
                <a:close/>
                <a:moveTo>
                  <a:pt x="13499" y="20249"/>
                </a:moveTo>
                <a:lnTo>
                  <a:pt x="8437" y="20249"/>
                </a:lnTo>
                <a:lnTo>
                  <a:pt x="8437" y="13500"/>
                </a:lnTo>
                <a:lnTo>
                  <a:pt x="13499" y="13500"/>
                </a:lnTo>
                <a:cubicBezTo>
                  <a:pt x="13499" y="13500"/>
                  <a:pt x="13499" y="20249"/>
                  <a:pt x="13499" y="20249"/>
                </a:cubicBezTo>
                <a:close/>
                <a:moveTo>
                  <a:pt x="1349" y="9450"/>
                </a:moveTo>
                <a:lnTo>
                  <a:pt x="1349" y="8774"/>
                </a:lnTo>
                <a:cubicBezTo>
                  <a:pt x="1349" y="8628"/>
                  <a:pt x="1397" y="8486"/>
                  <a:pt x="1485" y="8370"/>
                </a:cubicBezTo>
                <a:lnTo>
                  <a:pt x="3510" y="5670"/>
                </a:lnTo>
                <a:cubicBezTo>
                  <a:pt x="3637" y="5500"/>
                  <a:pt x="3837" y="5400"/>
                  <a:pt x="4049" y="5400"/>
                </a:cubicBezTo>
                <a:lnTo>
                  <a:pt x="5975" y="5400"/>
                </a:lnTo>
                <a:lnTo>
                  <a:pt x="3275" y="10124"/>
                </a:lnTo>
                <a:lnTo>
                  <a:pt x="2024" y="10124"/>
                </a:lnTo>
                <a:cubicBezTo>
                  <a:pt x="1652" y="10124"/>
                  <a:pt x="1349" y="9823"/>
                  <a:pt x="1349" y="9450"/>
                </a:cubicBezTo>
                <a:moveTo>
                  <a:pt x="13369" y="5400"/>
                </a:moveTo>
                <a:lnTo>
                  <a:pt x="14846" y="5400"/>
                </a:lnTo>
                <a:lnTo>
                  <a:pt x="17546" y="10124"/>
                </a:lnTo>
                <a:lnTo>
                  <a:pt x="14719" y="10124"/>
                </a:lnTo>
                <a:cubicBezTo>
                  <a:pt x="14719" y="10124"/>
                  <a:pt x="13369" y="5400"/>
                  <a:pt x="13369" y="5400"/>
                </a:cubicBezTo>
                <a:close/>
                <a:moveTo>
                  <a:pt x="11137" y="5400"/>
                </a:moveTo>
                <a:lnTo>
                  <a:pt x="12666" y="5400"/>
                </a:lnTo>
                <a:lnTo>
                  <a:pt x="14016" y="10124"/>
                </a:lnTo>
                <a:lnTo>
                  <a:pt x="11137" y="10124"/>
                </a:lnTo>
                <a:cubicBezTo>
                  <a:pt x="11137" y="10124"/>
                  <a:pt x="11137" y="5400"/>
                  <a:pt x="11137" y="5400"/>
                </a:cubicBezTo>
                <a:close/>
                <a:moveTo>
                  <a:pt x="8932" y="5400"/>
                </a:moveTo>
                <a:lnTo>
                  <a:pt x="10462" y="5400"/>
                </a:lnTo>
                <a:lnTo>
                  <a:pt x="10462" y="10124"/>
                </a:lnTo>
                <a:lnTo>
                  <a:pt x="7582" y="10124"/>
                </a:lnTo>
                <a:cubicBezTo>
                  <a:pt x="7582" y="10124"/>
                  <a:pt x="8932" y="5400"/>
                  <a:pt x="8932" y="5400"/>
                </a:cubicBezTo>
                <a:close/>
                <a:moveTo>
                  <a:pt x="6880" y="10124"/>
                </a:moveTo>
                <a:lnTo>
                  <a:pt x="4052" y="10124"/>
                </a:lnTo>
                <a:lnTo>
                  <a:pt x="6752" y="5400"/>
                </a:lnTo>
                <a:lnTo>
                  <a:pt x="8230" y="5400"/>
                </a:lnTo>
                <a:cubicBezTo>
                  <a:pt x="8230" y="5400"/>
                  <a:pt x="6880" y="10124"/>
                  <a:pt x="6880" y="10124"/>
                </a:cubicBezTo>
                <a:close/>
                <a:moveTo>
                  <a:pt x="17549" y="1350"/>
                </a:moveTo>
                <a:lnTo>
                  <a:pt x="17549" y="4050"/>
                </a:lnTo>
                <a:lnTo>
                  <a:pt x="4049" y="4050"/>
                </a:lnTo>
                <a:lnTo>
                  <a:pt x="4049" y="1350"/>
                </a:lnTo>
                <a:cubicBezTo>
                  <a:pt x="4049" y="1350"/>
                  <a:pt x="17549" y="1350"/>
                  <a:pt x="17549" y="1350"/>
                </a:cubicBezTo>
                <a:close/>
                <a:moveTo>
                  <a:pt x="21194" y="7560"/>
                </a:moveTo>
                <a:lnTo>
                  <a:pt x="19170" y="4861"/>
                </a:lnTo>
                <a:cubicBezTo>
                  <a:pt x="19091" y="4755"/>
                  <a:pt x="18997" y="4663"/>
                  <a:pt x="18899" y="4576"/>
                </a:cubicBezTo>
                <a:lnTo>
                  <a:pt x="18899" y="1350"/>
                </a:lnTo>
                <a:cubicBezTo>
                  <a:pt x="18899" y="605"/>
                  <a:pt x="18295" y="0"/>
                  <a:pt x="17549" y="0"/>
                </a:cubicBezTo>
                <a:lnTo>
                  <a:pt x="4049" y="0"/>
                </a:lnTo>
                <a:cubicBezTo>
                  <a:pt x="3304" y="0"/>
                  <a:pt x="2699" y="605"/>
                  <a:pt x="2699" y="1350"/>
                </a:cubicBezTo>
                <a:lnTo>
                  <a:pt x="2699" y="4576"/>
                </a:lnTo>
                <a:cubicBezTo>
                  <a:pt x="2602" y="4663"/>
                  <a:pt x="2508" y="4754"/>
                  <a:pt x="2430" y="4860"/>
                </a:cubicBezTo>
                <a:lnTo>
                  <a:pt x="406" y="7559"/>
                </a:lnTo>
                <a:cubicBezTo>
                  <a:pt x="143" y="7907"/>
                  <a:pt x="0" y="8338"/>
                  <a:pt x="0" y="8774"/>
                </a:cubicBezTo>
                <a:lnTo>
                  <a:pt x="0" y="9450"/>
                </a:lnTo>
                <a:cubicBezTo>
                  <a:pt x="0" y="10566"/>
                  <a:pt x="908" y="11475"/>
                  <a:pt x="2024" y="11475"/>
                </a:cubicBezTo>
                <a:lnTo>
                  <a:pt x="2024" y="20249"/>
                </a:lnTo>
                <a:cubicBezTo>
                  <a:pt x="2024" y="20994"/>
                  <a:pt x="2629" y="21599"/>
                  <a:pt x="3374" y="21599"/>
                </a:cubicBezTo>
                <a:lnTo>
                  <a:pt x="18224" y="21599"/>
                </a:lnTo>
                <a:cubicBezTo>
                  <a:pt x="18970" y="21599"/>
                  <a:pt x="19575" y="20994"/>
                  <a:pt x="19575" y="20249"/>
                </a:cubicBezTo>
                <a:lnTo>
                  <a:pt x="19575" y="11475"/>
                </a:lnTo>
                <a:cubicBezTo>
                  <a:pt x="20691" y="11475"/>
                  <a:pt x="21600" y="10566"/>
                  <a:pt x="21600" y="9450"/>
                </a:cubicBezTo>
                <a:lnTo>
                  <a:pt x="21600" y="8774"/>
                </a:lnTo>
                <a:cubicBezTo>
                  <a:pt x="21600" y="8338"/>
                  <a:pt x="21456" y="7907"/>
                  <a:pt x="21194" y="756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pPr algn="r" defTabSz="608965"/>
            <a:endParaRPr lang="en-US" sz="400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85" name="Freeform 32"/>
          <p:cNvSpPr>
            <a:spLocks noEditPoints="1"/>
          </p:cNvSpPr>
          <p:nvPr/>
        </p:nvSpPr>
        <p:spPr bwMode="auto">
          <a:xfrm>
            <a:off x="6784782" y="3098031"/>
            <a:ext cx="273798" cy="224162"/>
          </a:xfrm>
          <a:custGeom>
            <a:avLst/>
            <a:gdLst/>
            <a:ahLst/>
            <a:cxnLst>
              <a:cxn ang="0">
                <a:pos x="254" y="0"/>
              </a:cxn>
              <a:cxn ang="0">
                <a:pos x="239" y="2"/>
              </a:cxn>
              <a:cxn ang="0">
                <a:pos x="210" y="15"/>
              </a:cxn>
              <a:cxn ang="0">
                <a:pos x="74" y="149"/>
              </a:cxn>
              <a:cxn ang="0">
                <a:pos x="69" y="154"/>
              </a:cxn>
              <a:cxn ang="0">
                <a:pos x="65" y="165"/>
              </a:cxn>
              <a:cxn ang="0">
                <a:pos x="65" y="178"/>
              </a:cxn>
              <a:cxn ang="0">
                <a:pos x="69" y="189"/>
              </a:cxn>
              <a:cxn ang="0">
                <a:pos x="167" y="288"/>
              </a:cxn>
              <a:cxn ang="0">
                <a:pos x="172" y="292"/>
              </a:cxn>
              <a:cxn ang="0">
                <a:pos x="183" y="297"/>
              </a:cxn>
              <a:cxn ang="0">
                <a:pos x="196" y="297"/>
              </a:cxn>
              <a:cxn ang="0">
                <a:pos x="208" y="292"/>
              </a:cxn>
              <a:cxn ang="0">
                <a:pos x="339" y="162"/>
              </a:cxn>
              <a:cxn ang="0">
                <a:pos x="348" y="151"/>
              </a:cxn>
              <a:cxn ang="0">
                <a:pos x="359" y="122"/>
              </a:cxn>
              <a:cxn ang="0">
                <a:pos x="361" y="33"/>
              </a:cxn>
              <a:cxn ang="0">
                <a:pos x="361" y="26"/>
              </a:cxn>
              <a:cxn ang="0">
                <a:pos x="355" y="15"/>
              </a:cxn>
              <a:cxn ang="0">
                <a:pos x="346" y="6"/>
              </a:cxn>
              <a:cxn ang="0">
                <a:pos x="335" y="2"/>
              </a:cxn>
              <a:cxn ang="0">
                <a:pos x="330" y="0"/>
              </a:cxn>
              <a:cxn ang="0">
                <a:pos x="286" y="107"/>
              </a:cxn>
              <a:cxn ang="0">
                <a:pos x="274" y="105"/>
              </a:cxn>
              <a:cxn ang="0">
                <a:pos x="263" y="98"/>
              </a:cxn>
              <a:cxn ang="0">
                <a:pos x="257" y="87"/>
              </a:cxn>
              <a:cxn ang="0">
                <a:pos x="254" y="74"/>
              </a:cxn>
              <a:cxn ang="0">
                <a:pos x="256" y="69"/>
              </a:cxn>
              <a:cxn ang="0">
                <a:pos x="259" y="58"/>
              </a:cxn>
              <a:cxn ang="0">
                <a:pos x="268" y="49"/>
              </a:cxn>
              <a:cxn ang="0">
                <a:pos x="279" y="44"/>
              </a:cxn>
              <a:cxn ang="0">
                <a:pos x="286" y="44"/>
              </a:cxn>
              <a:cxn ang="0">
                <a:pos x="299" y="45"/>
              </a:cxn>
              <a:cxn ang="0">
                <a:pos x="308" y="53"/>
              </a:cxn>
              <a:cxn ang="0">
                <a:pos x="315" y="64"/>
              </a:cxn>
              <a:cxn ang="0">
                <a:pos x="319" y="74"/>
              </a:cxn>
              <a:cxn ang="0">
                <a:pos x="317" y="82"/>
              </a:cxn>
              <a:cxn ang="0">
                <a:pos x="314" y="93"/>
              </a:cxn>
              <a:cxn ang="0">
                <a:pos x="304" y="102"/>
              </a:cxn>
              <a:cxn ang="0">
                <a:pos x="292" y="107"/>
              </a:cxn>
              <a:cxn ang="0">
                <a:pos x="286" y="107"/>
              </a:cxn>
              <a:cxn ang="0">
                <a:pos x="141" y="294"/>
              </a:cxn>
              <a:cxn ang="0">
                <a:pos x="130" y="297"/>
              </a:cxn>
              <a:cxn ang="0">
                <a:pos x="112" y="294"/>
              </a:cxn>
              <a:cxn ang="0">
                <a:pos x="9" y="194"/>
              </a:cxn>
              <a:cxn ang="0">
                <a:pos x="5" y="189"/>
              </a:cxn>
              <a:cxn ang="0">
                <a:pos x="0" y="178"/>
              </a:cxn>
              <a:cxn ang="0">
                <a:pos x="0" y="165"/>
              </a:cxn>
              <a:cxn ang="0">
                <a:pos x="5" y="154"/>
              </a:cxn>
              <a:cxn ang="0">
                <a:pos x="136" y="24"/>
              </a:cxn>
              <a:cxn ang="0">
                <a:pos x="147" y="15"/>
              </a:cxn>
              <a:cxn ang="0">
                <a:pos x="176" y="2"/>
              </a:cxn>
              <a:cxn ang="0">
                <a:pos x="27" y="163"/>
              </a:cxn>
              <a:cxn ang="0">
                <a:pos x="23" y="167"/>
              </a:cxn>
              <a:cxn ang="0">
                <a:pos x="23" y="176"/>
              </a:cxn>
              <a:cxn ang="0">
                <a:pos x="27" y="180"/>
              </a:cxn>
            </a:cxnLst>
            <a:rect l="0" t="0" r="r" b="b"/>
            <a:pathLst>
              <a:path w="361" h="297">
                <a:moveTo>
                  <a:pt x="330" y="0"/>
                </a:moveTo>
                <a:lnTo>
                  <a:pt x="254" y="0"/>
                </a:lnTo>
                <a:lnTo>
                  <a:pt x="254" y="0"/>
                </a:lnTo>
                <a:lnTo>
                  <a:pt x="239" y="2"/>
                </a:lnTo>
                <a:lnTo>
                  <a:pt x="225" y="7"/>
                </a:lnTo>
                <a:lnTo>
                  <a:pt x="210" y="15"/>
                </a:lnTo>
                <a:lnTo>
                  <a:pt x="199" y="24"/>
                </a:lnTo>
                <a:lnTo>
                  <a:pt x="74" y="149"/>
                </a:lnTo>
                <a:lnTo>
                  <a:pt x="74" y="149"/>
                </a:lnTo>
                <a:lnTo>
                  <a:pt x="69" y="154"/>
                </a:lnTo>
                <a:lnTo>
                  <a:pt x="67" y="160"/>
                </a:lnTo>
                <a:lnTo>
                  <a:pt x="65" y="165"/>
                </a:lnTo>
                <a:lnTo>
                  <a:pt x="63" y="172"/>
                </a:lnTo>
                <a:lnTo>
                  <a:pt x="65" y="178"/>
                </a:lnTo>
                <a:lnTo>
                  <a:pt x="67" y="183"/>
                </a:lnTo>
                <a:lnTo>
                  <a:pt x="69" y="189"/>
                </a:lnTo>
                <a:lnTo>
                  <a:pt x="74" y="194"/>
                </a:lnTo>
                <a:lnTo>
                  <a:pt x="167" y="288"/>
                </a:lnTo>
                <a:lnTo>
                  <a:pt x="167" y="288"/>
                </a:lnTo>
                <a:lnTo>
                  <a:pt x="172" y="292"/>
                </a:lnTo>
                <a:lnTo>
                  <a:pt x="178" y="296"/>
                </a:lnTo>
                <a:lnTo>
                  <a:pt x="183" y="297"/>
                </a:lnTo>
                <a:lnTo>
                  <a:pt x="190" y="297"/>
                </a:lnTo>
                <a:lnTo>
                  <a:pt x="196" y="297"/>
                </a:lnTo>
                <a:lnTo>
                  <a:pt x="201" y="296"/>
                </a:lnTo>
                <a:lnTo>
                  <a:pt x="208" y="292"/>
                </a:lnTo>
                <a:lnTo>
                  <a:pt x="212" y="288"/>
                </a:lnTo>
                <a:lnTo>
                  <a:pt x="339" y="162"/>
                </a:lnTo>
                <a:lnTo>
                  <a:pt x="339" y="162"/>
                </a:lnTo>
                <a:lnTo>
                  <a:pt x="348" y="151"/>
                </a:lnTo>
                <a:lnTo>
                  <a:pt x="355" y="136"/>
                </a:lnTo>
                <a:lnTo>
                  <a:pt x="359" y="122"/>
                </a:lnTo>
                <a:lnTo>
                  <a:pt x="361" y="107"/>
                </a:lnTo>
                <a:lnTo>
                  <a:pt x="361" y="33"/>
                </a:lnTo>
                <a:lnTo>
                  <a:pt x="361" y="33"/>
                </a:lnTo>
                <a:lnTo>
                  <a:pt x="361" y="26"/>
                </a:lnTo>
                <a:lnTo>
                  <a:pt x="359" y="20"/>
                </a:lnTo>
                <a:lnTo>
                  <a:pt x="355" y="15"/>
                </a:lnTo>
                <a:lnTo>
                  <a:pt x="352" y="9"/>
                </a:lnTo>
                <a:lnTo>
                  <a:pt x="346" y="6"/>
                </a:lnTo>
                <a:lnTo>
                  <a:pt x="341" y="4"/>
                </a:lnTo>
                <a:lnTo>
                  <a:pt x="335" y="2"/>
                </a:lnTo>
                <a:lnTo>
                  <a:pt x="330" y="0"/>
                </a:lnTo>
                <a:lnTo>
                  <a:pt x="330" y="0"/>
                </a:lnTo>
                <a:close/>
                <a:moveTo>
                  <a:pt x="286" y="107"/>
                </a:moveTo>
                <a:lnTo>
                  <a:pt x="286" y="107"/>
                </a:lnTo>
                <a:lnTo>
                  <a:pt x="279" y="107"/>
                </a:lnTo>
                <a:lnTo>
                  <a:pt x="274" y="105"/>
                </a:lnTo>
                <a:lnTo>
                  <a:pt x="268" y="102"/>
                </a:lnTo>
                <a:lnTo>
                  <a:pt x="263" y="98"/>
                </a:lnTo>
                <a:lnTo>
                  <a:pt x="259" y="93"/>
                </a:lnTo>
                <a:lnTo>
                  <a:pt x="257" y="87"/>
                </a:lnTo>
                <a:lnTo>
                  <a:pt x="256" y="82"/>
                </a:lnTo>
                <a:lnTo>
                  <a:pt x="254" y="74"/>
                </a:lnTo>
                <a:lnTo>
                  <a:pt x="254" y="74"/>
                </a:lnTo>
                <a:lnTo>
                  <a:pt x="256" y="69"/>
                </a:lnTo>
                <a:lnTo>
                  <a:pt x="257" y="64"/>
                </a:lnTo>
                <a:lnTo>
                  <a:pt x="259" y="58"/>
                </a:lnTo>
                <a:lnTo>
                  <a:pt x="263" y="53"/>
                </a:lnTo>
                <a:lnTo>
                  <a:pt x="268" y="49"/>
                </a:lnTo>
                <a:lnTo>
                  <a:pt x="274" y="45"/>
                </a:lnTo>
                <a:lnTo>
                  <a:pt x="279" y="44"/>
                </a:lnTo>
                <a:lnTo>
                  <a:pt x="286" y="44"/>
                </a:lnTo>
                <a:lnTo>
                  <a:pt x="286" y="44"/>
                </a:lnTo>
                <a:lnTo>
                  <a:pt x="292" y="44"/>
                </a:lnTo>
                <a:lnTo>
                  <a:pt x="299" y="45"/>
                </a:lnTo>
                <a:lnTo>
                  <a:pt x="304" y="49"/>
                </a:lnTo>
                <a:lnTo>
                  <a:pt x="308" y="53"/>
                </a:lnTo>
                <a:lnTo>
                  <a:pt x="314" y="58"/>
                </a:lnTo>
                <a:lnTo>
                  <a:pt x="315" y="64"/>
                </a:lnTo>
                <a:lnTo>
                  <a:pt x="317" y="69"/>
                </a:lnTo>
                <a:lnTo>
                  <a:pt x="319" y="74"/>
                </a:lnTo>
                <a:lnTo>
                  <a:pt x="319" y="74"/>
                </a:lnTo>
                <a:lnTo>
                  <a:pt x="317" y="82"/>
                </a:lnTo>
                <a:lnTo>
                  <a:pt x="315" y="87"/>
                </a:lnTo>
                <a:lnTo>
                  <a:pt x="314" y="93"/>
                </a:lnTo>
                <a:lnTo>
                  <a:pt x="308" y="98"/>
                </a:lnTo>
                <a:lnTo>
                  <a:pt x="304" y="102"/>
                </a:lnTo>
                <a:lnTo>
                  <a:pt x="299" y="105"/>
                </a:lnTo>
                <a:lnTo>
                  <a:pt x="292" y="107"/>
                </a:lnTo>
                <a:lnTo>
                  <a:pt x="286" y="107"/>
                </a:lnTo>
                <a:lnTo>
                  <a:pt x="286" y="107"/>
                </a:lnTo>
                <a:close/>
                <a:moveTo>
                  <a:pt x="27" y="180"/>
                </a:moveTo>
                <a:lnTo>
                  <a:pt x="141" y="294"/>
                </a:lnTo>
                <a:lnTo>
                  <a:pt x="141" y="294"/>
                </a:lnTo>
                <a:lnTo>
                  <a:pt x="130" y="297"/>
                </a:lnTo>
                <a:lnTo>
                  <a:pt x="121" y="297"/>
                </a:lnTo>
                <a:lnTo>
                  <a:pt x="112" y="294"/>
                </a:lnTo>
                <a:lnTo>
                  <a:pt x="103" y="288"/>
                </a:lnTo>
                <a:lnTo>
                  <a:pt x="9" y="194"/>
                </a:lnTo>
                <a:lnTo>
                  <a:pt x="9" y="194"/>
                </a:lnTo>
                <a:lnTo>
                  <a:pt x="5" y="189"/>
                </a:lnTo>
                <a:lnTo>
                  <a:pt x="2" y="183"/>
                </a:lnTo>
                <a:lnTo>
                  <a:pt x="0" y="178"/>
                </a:lnTo>
                <a:lnTo>
                  <a:pt x="0" y="172"/>
                </a:lnTo>
                <a:lnTo>
                  <a:pt x="0" y="165"/>
                </a:lnTo>
                <a:lnTo>
                  <a:pt x="2" y="160"/>
                </a:lnTo>
                <a:lnTo>
                  <a:pt x="5" y="154"/>
                </a:lnTo>
                <a:lnTo>
                  <a:pt x="9" y="149"/>
                </a:lnTo>
                <a:lnTo>
                  <a:pt x="136" y="24"/>
                </a:lnTo>
                <a:lnTo>
                  <a:pt x="136" y="24"/>
                </a:lnTo>
                <a:lnTo>
                  <a:pt x="147" y="15"/>
                </a:lnTo>
                <a:lnTo>
                  <a:pt x="161" y="7"/>
                </a:lnTo>
                <a:lnTo>
                  <a:pt x="176" y="2"/>
                </a:lnTo>
                <a:lnTo>
                  <a:pt x="190" y="0"/>
                </a:lnTo>
                <a:lnTo>
                  <a:pt x="27" y="163"/>
                </a:lnTo>
                <a:lnTo>
                  <a:pt x="27" y="163"/>
                </a:lnTo>
                <a:lnTo>
                  <a:pt x="23" y="167"/>
                </a:lnTo>
                <a:lnTo>
                  <a:pt x="23" y="172"/>
                </a:lnTo>
                <a:lnTo>
                  <a:pt x="23" y="176"/>
                </a:lnTo>
                <a:lnTo>
                  <a:pt x="27" y="180"/>
                </a:lnTo>
                <a:lnTo>
                  <a:pt x="27" y="18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lIns="121920" tIns="60960" rIns="121920" bIns="60960" anchor="t"/>
          <a:lstStyle/>
          <a:p>
            <a:pPr>
              <a:defRPr/>
            </a:pPr>
            <a:endParaRPr lang="en-US" sz="3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6" name="Group 80"/>
          <p:cNvGrpSpPr/>
          <p:nvPr/>
        </p:nvGrpSpPr>
        <p:grpSpPr>
          <a:xfrm>
            <a:off x="6823739" y="3817408"/>
            <a:ext cx="234841" cy="168177"/>
            <a:chOff x="2566497" y="2332666"/>
            <a:chExt cx="321832" cy="230473"/>
          </a:xfrm>
          <a:solidFill>
            <a:schemeClr val="bg1"/>
          </a:solidFill>
        </p:grpSpPr>
        <p:sp>
          <p:nvSpPr>
            <p:cNvPr id="87" name="Freeform 49"/>
            <p:cNvSpPr/>
            <p:nvPr/>
          </p:nvSpPr>
          <p:spPr bwMode="auto">
            <a:xfrm>
              <a:off x="2566497" y="2332666"/>
              <a:ext cx="180641" cy="230473"/>
            </a:xfrm>
            <a:custGeom>
              <a:avLst/>
              <a:gdLst/>
              <a:ahLst/>
              <a:cxnLst>
                <a:cxn ang="0">
                  <a:pos x="160" y="0"/>
                </a:cxn>
                <a:cxn ang="0">
                  <a:pos x="160" y="0"/>
                </a:cxn>
                <a:cxn ang="0">
                  <a:pos x="155" y="1"/>
                </a:cxn>
                <a:cxn ang="0">
                  <a:pos x="151" y="5"/>
                </a:cxn>
                <a:cxn ang="0">
                  <a:pos x="75" y="52"/>
                </a:cxn>
                <a:cxn ang="0">
                  <a:pos x="15" y="52"/>
                </a:cxn>
                <a:cxn ang="0">
                  <a:pos x="15" y="52"/>
                </a:cxn>
                <a:cxn ang="0">
                  <a:pos x="10" y="54"/>
                </a:cxn>
                <a:cxn ang="0">
                  <a:pos x="4" y="58"/>
                </a:cxn>
                <a:cxn ang="0">
                  <a:pos x="4" y="58"/>
                </a:cxn>
                <a:cxn ang="0">
                  <a:pos x="2" y="61"/>
                </a:cxn>
                <a:cxn ang="0">
                  <a:pos x="0" y="6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2" y="161"/>
                </a:cxn>
                <a:cxn ang="0">
                  <a:pos x="4" y="165"/>
                </a:cxn>
                <a:cxn ang="0">
                  <a:pos x="4" y="165"/>
                </a:cxn>
                <a:cxn ang="0">
                  <a:pos x="10" y="168"/>
                </a:cxn>
                <a:cxn ang="0">
                  <a:pos x="15" y="170"/>
                </a:cxn>
                <a:cxn ang="0">
                  <a:pos x="75" y="170"/>
                </a:cxn>
                <a:cxn ang="0">
                  <a:pos x="151" y="217"/>
                </a:cxn>
                <a:cxn ang="0">
                  <a:pos x="151" y="217"/>
                </a:cxn>
                <a:cxn ang="0">
                  <a:pos x="155" y="221"/>
                </a:cxn>
                <a:cxn ang="0">
                  <a:pos x="160" y="223"/>
                </a:cxn>
                <a:cxn ang="0">
                  <a:pos x="160" y="223"/>
                </a:cxn>
                <a:cxn ang="0">
                  <a:pos x="165" y="221"/>
                </a:cxn>
                <a:cxn ang="0">
                  <a:pos x="171" y="217"/>
                </a:cxn>
                <a:cxn ang="0">
                  <a:pos x="171" y="217"/>
                </a:cxn>
                <a:cxn ang="0">
                  <a:pos x="174" y="214"/>
                </a:cxn>
                <a:cxn ang="0">
                  <a:pos x="174" y="208"/>
                </a:cxn>
                <a:cxn ang="0">
                  <a:pos x="174" y="14"/>
                </a:cxn>
                <a:cxn ang="0">
                  <a:pos x="174" y="14"/>
                </a:cxn>
                <a:cxn ang="0">
                  <a:pos x="174" y="9"/>
                </a:cxn>
                <a:cxn ang="0">
                  <a:pos x="171" y="5"/>
                </a:cxn>
                <a:cxn ang="0">
                  <a:pos x="171" y="5"/>
                </a:cxn>
                <a:cxn ang="0">
                  <a:pos x="165" y="1"/>
                </a:cxn>
                <a:cxn ang="0">
                  <a:pos x="160" y="0"/>
                </a:cxn>
                <a:cxn ang="0">
                  <a:pos x="160" y="0"/>
                </a:cxn>
              </a:cxnLst>
              <a:rect l="0" t="0" r="r" b="b"/>
              <a:pathLst>
                <a:path w="174" h="223">
                  <a:moveTo>
                    <a:pt x="160" y="0"/>
                  </a:moveTo>
                  <a:lnTo>
                    <a:pt x="160" y="0"/>
                  </a:lnTo>
                  <a:lnTo>
                    <a:pt x="155" y="1"/>
                  </a:lnTo>
                  <a:lnTo>
                    <a:pt x="151" y="5"/>
                  </a:lnTo>
                  <a:lnTo>
                    <a:pt x="75" y="52"/>
                  </a:lnTo>
                  <a:lnTo>
                    <a:pt x="15" y="52"/>
                  </a:lnTo>
                  <a:lnTo>
                    <a:pt x="15" y="52"/>
                  </a:lnTo>
                  <a:lnTo>
                    <a:pt x="10" y="54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2" y="61"/>
                  </a:lnTo>
                  <a:lnTo>
                    <a:pt x="0" y="6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2" y="16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10" y="168"/>
                  </a:lnTo>
                  <a:lnTo>
                    <a:pt x="15" y="170"/>
                  </a:lnTo>
                  <a:lnTo>
                    <a:pt x="75" y="170"/>
                  </a:lnTo>
                  <a:lnTo>
                    <a:pt x="151" y="217"/>
                  </a:lnTo>
                  <a:lnTo>
                    <a:pt x="151" y="217"/>
                  </a:lnTo>
                  <a:lnTo>
                    <a:pt x="155" y="221"/>
                  </a:lnTo>
                  <a:lnTo>
                    <a:pt x="160" y="223"/>
                  </a:lnTo>
                  <a:lnTo>
                    <a:pt x="160" y="223"/>
                  </a:lnTo>
                  <a:lnTo>
                    <a:pt x="165" y="221"/>
                  </a:lnTo>
                  <a:lnTo>
                    <a:pt x="171" y="217"/>
                  </a:lnTo>
                  <a:lnTo>
                    <a:pt x="171" y="217"/>
                  </a:lnTo>
                  <a:lnTo>
                    <a:pt x="174" y="214"/>
                  </a:lnTo>
                  <a:lnTo>
                    <a:pt x="174" y="208"/>
                  </a:lnTo>
                  <a:lnTo>
                    <a:pt x="174" y="14"/>
                  </a:lnTo>
                  <a:lnTo>
                    <a:pt x="174" y="14"/>
                  </a:lnTo>
                  <a:lnTo>
                    <a:pt x="174" y="9"/>
                  </a:lnTo>
                  <a:lnTo>
                    <a:pt x="171" y="5"/>
                  </a:lnTo>
                  <a:lnTo>
                    <a:pt x="171" y="5"/>
                  </a:lnTo>
                  <a:lnTo>
                    <a:pt x="165" y="1"/>
                  </a:lnTo>
                  <a:lnTo>
                    <a:pt x="160" y="0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lIns="121920" tIns="60960" rIns="121920" bIns="60960" anchor="t"/>
            <a:lstStyle/>
            <a:p>
              <a:pPr>
                <a:defRPr/>
              </a:pPr>
              <a:endParaRPr lang="en-US" sz="3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8" name="Freeform 50"/>
            <p:cNvSpPr/>
            <p:nvPr/>
          </p:nvSpPr>
          <p:spPr bwMode="auto">
            <a:xfrm>
              <a:off x="2769977" y="2390804"/>
              <a:ext cx="58137" cy="114199"/>
            </a:xfrm>
            <a:custGeom>
              <a:avLst/>
              <a:gdLst/>
              <a:ahLst/>
              <a:cxnLst>
                <a:cxn ang="0">
                  <a:pos x="46" y="87"/>
                </a:cxn>
                <a:cxn ang="0">
                  <a:pos x="53" y="72"/>
                </a:cxn>
                <a:cxn ang="0">
                  <a:pos x="56" y="56"/>
                </a:cxn>
                <a:cxn ang="0">
                  <a:pos x="55" y="47"/>
                </a:cxn>
                <a:cxn ang="0">
                  <a:pos x="51" y="31"/>
                </a:cxn>
                <a:cxn ang="0">
                  <a:pos x="46" y="23"/>
                </a:cxn>
                <a:cxn ang="0">
                  <a:pos x="35" y="11"/>
                </a:cxn>
                <a:cxn ang="0">
                  <a:pos x="20" y="2"/>
                </a:cxn>
                <a:cxn ang="0">
                  <a:pos x="15" y="0"/>
                </a:cxn>
                <a:cxn ang="0">
                  <a:pos x="9" y="2"/>
                </a:cxn>
                <a:cxn ang="0">
                  <a:pos x="4" y="5"/>
                </a:cxn>
                <a:cxn ang="0">
                  <a:pos x="0" y="14"/>
                </a:cxn>
                <a:cxn ang="0">
                  <a:pos x="0" y="20"/>
                </a:cxn>
                <a:cxn ang="0">
                  <a:pos x="2" y="23"/>
                </a:cxn>
                <a:cxn ang="0">
                  <a:pos x="9" y="29"/>
                </a:cxn>
                <a:cxn ang="0">
                  <a:pos x="17" y="34"/>
                </a:cxn>
                <a:cxn ang="0">
                  <a:pos x="24" y="42"/>
                </a:cxn>
                <a:cxn ang="0">
                  <a:pos x="26" y="49"/>
                </a:cxn>
                <a:cxn ang="0">
                  <a:pos x="27" y="56"/>
                </a:cxn>
                <a:cxn ang="0">
                  <a:pos x="24" y="69"/>
                </a:cxn>
                <a:cxn ang="0">
                  <a:pos x="20" y="72"/>
                </a:cxn>
                <a:cxn ang="0">
                  <a:pos x="17" y="76"/>
                </a:cxn>
                <a:cxn ang="0">
                  <a:pos x="9" y="81"/>
                </a:cxn>
                <a:cxn ang="0">
                  <a:pos x="2" y="87"/>
                </a:cxn>
                <a:cxn ang="0">
                  <a:pos x="0" y="96"/>
                </a:cxn>
                <a:cxn ang="0">
                  <a:pos x="2" y="101"/>
                </a:cxn>
                <a:cxn ang="0">
                  <a:pos x="4" y="105"/>
                </a:cxn>
                <a:cxn ang="0">
                  <a:pos x="15" y="110"/>
                </a:cxn>
                <a:cxn ang="0">
                  <a:pos x="20" y="109"/>
                </a:cxn>
                <a:cxn ang="0">
                  <a:pos x="27" y="105"/>
                </a:cxn>
                <a:cxn ang="0">
                  <a:pos x="40" y="94"/>
                </a:cxn>
                <a:cxn ang="0">
                  <a:pos x="46" y="87"/>
                </a:cxn>
              </a:cxnLst>
              <a:rect l="0" t="0" r="r" b="b"/>
              <a:pathLst>
                <a:path w="56" h="110">
                  <a:moveTo>
                    <a:pt x="46" y="87"/>
                  </a:moveTo>
                  <a:lnTo>
                    <a:pt x="46" y="87"/>
                  </a:lnTo>
                  <a:lnTo>
                    <a:pt x="51" y="80"/>
                  </a:lnTo>
                  <a:lnTo>
                    <a:pt x="53" y="72"/>
                  </a:lnTo>
                  <a:lnTo>
                    <a:pt x="55" y="63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55" y="47"/>
                  </a:lnTo>
                  <a:lnTo>
                    <a:pt x="53" y="38"/>
                  </a:lnTo>
                  <a:lnTo>
                    <a:pt x="51" y="31"/>
                  </a:lnTo>
                  <a:lnTo>
                    <a:pt x="46" y="23"/>
                  </a:lnTo>
                  <a:lnTo>
                    <a:pt x="46" y="23"/>
                  </a:lnTo>
                  <a:lnTo>
                    <a:pt x="40" y="16"/>
                  </a:lnTo>
                  <a:lnTo>
                    <a:pt x="35" y="11"/>
                  </a:lnTo>
                  <a:lnTo>
                    <a:pt x="27" y="5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9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9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9" y="29"/>
                  </a:lnTo>
                  <a:lnTo>
                    <a:pt x="9" y="29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20" y="38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6" y="49"/>
                  </a:lnTo>
                  <a:lnTo>
                    <a:pt x="27" y="56"/>
                  </a:lnTo>
                  <a:lnTo>
                    <a:pt x="27" y="56"/>
                  </a:lnTo>
                  <a:lnTo>
                    <a:pt x="26" y="62"/>
                  </a:lnTo>
                  <a:lnTo>
                    <a:pt x="24" y="69"/>
                  </a:lnTo>
                  <a:lnTo>
                    <a:pt x="24" y="69"/>
                  </a:lnTo>
                  <a:lnTo>
                    <a:pt x="20" y="72"/>
                  </a:lnTo>
                  <a:lnTo>
                    <a:pt x="17" y="76"/>
                  </a:lnTo>
                  <a:lnTo>
                    <a:pt x="17" y="76"/>
                  </a:lnTo>
                  <a:lnTo>
                    <a:pt x="9" y="81"/>
                  </a:lnTo>
                  <a:lnTo>
                    <a:pt x="9" y="81"/>
                  </a:lnTo>
                  <a:lnTo>
                    <a:pt x="2" y="87"/>
                  </a:lnTo>
                  <a:lnTo>
                    <a:pt x="2" y="87"/>
                  </a:lnTo>
                  <a:lnTo>
                    <a:pt x="0" y="91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2" y="101"/>
                  </a:lnTo>
                  <a:lnTo>
                    <a:pt x="4" y="105"/>
                  </a:lnTo>
                  <a:lnTo>
                    <a:pt x="4" y="105"/>
                  </a:lnTo>
                  <a:lnTo>
                    <a:pt x="9" y="109"/>
                  </a:lnTo>
                  <a:lnTo>
                    <a:pt x="15" y="110"/>
                  </a:lnTo>
                  <a:lnTo>
                    <a:pt x="15" y="110"/>
                  </a:lnTo>
                  <a:lnTo>
                    <a:pt x="20" y="109"/>
                  </a:lnTo>
                  <a:lnTo>
                    <a:pt x="20" y="109"/>
                  </a:lnTo>
                  <a:lnTo>
                    <a:pt x="27" y="105"/>
                  </a:lnTo>
                  <a:lnTo>
                    <a:pt x="35" y="100"/>
                  </a:lnTo>
                  <a:lnTo>
                    <a:pt x="40" y="94"/>
                  </a:lnTo>
                  <a:lnTo>
                    <a:pt x="46" y="87"/>
                  </a:lnTo>
                  <a:lnTo>
                    <a:pt x="46" y="8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lIns="121920" tIns="60960" rIns="121920" bIns="60960" anchor="t"/>
            <a:lstStyle/>
            <a:p>
              <a:pPr>
                <a:defRPr/>
              </a:pPr>
              <a:endParaRPr lang="en-US" sz="3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9" name="Freeform 51"/>
            <p:cNvSpPr/>
            <p:nvPr/>
          </p:nvSpPr>
          <p:spPr bwMode="auto">
            <a:xfrm>
              <a:off x="2794893" y="2336819"/>
              <a:ext cx="93436" cy="224244"/>
            </a:xfrm>
            <a:custGeom>
              <a:avLst/>
              <a:gdLst/>
              <a:ahLst/>
              <a:cxnLst>
                <a:cxn ang="0">
                  <a:pos x="20" y="2"/>
                </a:cxn>
                <a:cxn ang="0">
                  <a:pos x="14" y="0"/>
                </a:cxn>
                <a:cxn ang="0">
                  <a:pos x="3" y="4"/>
                </a:cxn>
                <a:cxn ang="0">
                  <a:pos x="0" y="9"/>
                </a:cxn>
                <a:cxn ang="0">
                  <a:pos x="0" y="15"/>
                </a:cxn>
                <a:cxn ang="0">
                  <a:pos x="2" y="22"/>
                </a:cxn>
                <a:cxn ang="0">
                  <a:pos x="7" y="27"/>
                </a:cxn>
                <a:cxn ang="0">
                  <a:pos x="25" y="38"/>
                </a:cxn>
                <a:cxn ang="0">
                  <a:pos x="32" y="44"/>
                </a:cxn>
                <a:cxn ang="0">
                  <a:pos x="47" y="60"/>
                </a:cxn>
                <a:cxn ang="0">
                  <a:pos x="51" y="69"/>
                </a:cxn>
                <a:cxn ang="0">
                  <a:pos x="58" y="87"/>
                </a:cxn>
                <a:cxn ang="0">
                  <a:pos x="61" y="109"/>
                </a:cxn>
                <a:cxn ang="0">
                  <a:pos x="60" y="118"/>
                </a:cxn>
                <a:cxn ang="0">
                  <a:pos x="56" y="138"/>
                </a:cxn>
                <a:cxn ang="0">
                  <a:pos x="51" y="147"/>
                </a:cxn>
                <a:cxn ang="0">
                  <a:pos x="40" y="165"/>
                </a:cxn>
                <a:cxn ang="0">
                  <a:pos x="25" y="178"/>
                </a:cxn>
                <a:cxn ang="0">
                  <a:pos x="7" y="189"/>
                </a:cxn>
                <a:cxn ang="0">
                  <a:pos x="3" y="191"/>
                </a:cxn>
                <a:cxn ang="0">
                  <a:pos x="0" y="198"/>
                </a:cxn>
                <a:cxn ang="0">
                  <a:pos x="0" y="202"/>
                </a:cxn>
                <a:cxn ang="0">
                  <a:pos x="3" y="212"/>
                </a:cxn>
                <a:cxn ang="0">
                  <a:pos x="9" y="216"/>
                </a:cxn>
                <a:cxn ang="0">
                  <a:pos x="14" y="216"/>
                </a:cxn>
                <a:cxn ang="0">
                  <a:pos x="20" y="214"/>
                </a:cxn>
                <a:cxn ang="0">
                  <a:pos x="49" y="198"/>
                </a:cxn>
                <a:cxn ang="0">
                  <a:pos x="71" y="173"/>
                </a:cxn>
                <a:cxn ang="0">
                  <a:pos x="80" y="158"/>
                </a:cxn>
                <a:cxn ang="0">
                  <a:pos x="89" y="125"/>
                </a:cxn>
                <a:cxn ang="0">
                  <a:pos x="90" y="109"/>
                </a:cxn>
                <a:cxn ang="0">
                  <a:pos x="85" y="75"/>
                </a:cxn>
                <a:cxn ang="0">
                  <a:pos x="71" y="44"/>
                </a:cxn>
                <a:cxn ang="0">
                  <a:pos x="60" y="31"/>
                </a:cxn>
                <a:cxn ang="0">
                  <a:pos x="34" y="9"/>
                </a:cxn>
                <a:cxn ang="0">
                  <a:pos x="20" y="2"/>
                </a:cxn>
              </a:cxnLst>
              <a:rect l="0" t="0" r="r" b="b"/>
              <a:pathLst>
                <a:path w="90" h="216">
                  <a:moveTo>
                    <a:pt x="20" y="2"/>
                  </a:moveTo>
                  <a:lnTo>
                    <a:pt x="20" y="2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7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6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32" y="44"/>
                  </a:lnTo>
                  <a:lnTo>
                    <a:pt x="40" y="51"/>
                  </a:lnTo>
                  <a:lnTo>
                    <a:pt x="47" y="60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6" y="78"/>
                  </a:lnTo>
                  <a:lnTo>
                    <a:pt x="58" y="87"/>
                  </a:lnTo>
                  <a:lnTo>
                    <a:pt x="60" y="98"/>
                  </a:lnTo>
                  <a:lnTo>
                    <a:pt x="61" y="109"/>
                  </a:lnTo>
                  <a:lnTo>
                    <a:pt x="61" y="109"/>
                  </a:lnTo>
                  <a:lnTo>
                    <a:pt x="60" y="118"/>
                  </a:lnTo>
                  <a:lnTo>
                    <a:pt x="58" y="129"/>
                  </a:lnTo>
                  <a:lnTo>
                    <a:pt x="56" y="138"/>
                  </a:lnTo>
                  <a:lnTo>
                    <a:pt x="51" y="147"/>
                  </a:lnTo>
                  <a:lnTo>
                    <a:pt x="51" y="147"/>
                  </a:lnTo>
                  <a:lnTo>
                    <a:pt x="47" y="156"/>
                  </a:lnTo>
                  <a:lnTo>
                    <a:pt x="40" y="165"/>
                  </a:lnTo>
                  <a:lnTo>
                    <a:pt x="32" y="173"/>
                  </a:lnTo>
                  <a:lnTo>
                    <a:pt x="25" y="178"/>
                  </a:lnTo>
                  <a:lnTo>
                    <a:pt x="25" y="178"/>
                  </a:lnTo>
                  <a:lnTo>
                    <a:pt x="7" y="189"/>
                  </a:lnTo>
                  <a:lnTo>
                    <a:pt x="7" y="189"/>
                  </a:lnTo>
                  <a:lnTo>
                    <a:pt x="3" y="191"/>
                  </a:lnTo>
                  <a:lnTo>
                    <a:pt x="2" y="194"/>
                  </a:lnTo>
                  <a:lnTo>
                    <a:pt x="0" y="198"/>
                  </a:lnTo>
                  <a:lnTo>
                    <a:pt x="0" y="202"/>
                  </a:lnTo>
                  <a:lnTo>
                    <a:pt x="0" y="202"/>
                  </a:lnTo>
                  <a:lnTo>
                    <a:pt x="0" y="207"/>
                  </a:lnTo>
                  <a:lnTo>
                    <a:pt x="3" y="212"/>
                  </a:lnTo>
                  <a:lnTo>
                    <a:pt x="3" y="212"/>
                  </a:lnTo>
                  <a:lnTo>
                    <a:pt x="9" y="216"/>
                  </a:lnTo>
                  <a:lnTo>
                    <a:pt x="14" y="216"/>
                  </a:lnTo>
                  <a:lnTo>
                    <a:pt x="14" y="216"/>
                  </a:lnTo>
                  <a:lnTo>
                    <a:pt x="20" y="214"/>
                  </a:lnTo>
                  <a:lnTo>
                    <a:pt x="20" y="214"/>
                  </a:lnTo>
                  <a:lnTo>
                    <a:pt x="34" y="207"/>
                  </a:lnTo>
                  <a:lnTo>
                    <a:pt x="49" y="198"/>
                  </a:lnTo>
                  <a:lnTo>
                    <a:pt x="60" y="185"/>
                  </a:lnTo>
                  <a:lnTo>
                    <a:pt x="71" y="173"/>
                  </a:lnTo>
                  <a:lnTo>
                    <a:pt x="71" y="173"/>
                  </a:lnTo>
                  <a:lnTo>
                    <a:pt x="80" y="158"/>
                  </a:lnTo>
                  <a:lnTo>
                    <a:pt x="85" y="142"/>
                  </a:lnTo>
                  <a:lnTo>
                    <a:pt x="89" y="125"/>
                  </a:lnTo>
                  <a:lnTo>
                    <a:pt x="90" y="109"/>
                  </a:lnTo>
                  <a:lnTo>
                    <a:pt x="90" y="109"/>
                  </a:lnTo>
                  <a:lnTo>
                    <a:pt x="89" y="91"/>
                  </a:lnTo>
                  <a:lnTo>
                    <a:pt x="85" y="75"/>
                  </a:lnTo>
                  <a:lnTo>
                    <a:pt x="80" y="58"/>
                  </a:lnTo>
                  <a:lnTo>
                    <a:pt x="71" y="44"/>
                  </a:lnTo>
                  <a:lnTo>
                    <a:pt x="71" y="44"/>
                  </a:lnTo>
                  <a:lnTo>
                    <a:pt x="60" y="31"/>
                  </a:lnTo>
                  <a:lnTo>
                    <a:pt x="49" y="18"/>
                  </a:lnTo>
                  <a:lnTo>
                    <a:pt x="34" y="9"/>
                  </a:lnTo>
                  <a:lnTo>
                    <a:pt x="20" y="2"/>
                  </a:lnTo>
                  <a:lnTo>
                    <a:pt x="20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lIns="121920" tIns="60960" rIns="121920" bIns="60960" anchor="t"/>
            <a:lstStyle/>
            <a:p>
              <a:pPr>
                <a:defRPr/>
              </a:pPr>
              <a:endParaRPr lang="en-US" sz="3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90" name="Freeform 91"/>
          <p:cNvSpPr/>
          <p:nvPr/>
        </p:nvSpPr>
        <p:spPr bwMode="auto">
          <a:xfrm flipV="1">
            <a:off x="6150101" y="3966091"/>
            <a:ext cx="759988" cy="787038"/>
          </a:xfrm>
          <a:custGeom>
            <a:avLst/>
            <a:gdLst>
              <a:gd name="T0" fmla="*/ 0 w 1303"/>
              <a:gd name="T1" fmla="*/ 53 h 1349"/>
              <a:gd name="T2" fmla="*/ 0 w 1303"/>
              <a:gd name="T3" fmla="*/ 1107 h 1349"/>
              <a:gd name="T4" fmla="*/ 44 w 1303"/>
              <a:gd name="T5" fmla="*/ 1158 h 1349"/>
              <a:gd name="T6" fmla="*/ 470 w 1303"/>
              <a:gd name="T7" fmla="*/ 1334 h 1349"/>
              <a:gd name="T8" fmla="*/ 537 w 1303"/>
              <a:gd name="T9" fmla="*/ 1329 h 1349"/>
              <a:gd name="T10" fmla="*/ 1281 w 1303"/>
              <a:gd name="T11" fmla="*/ 584 h 1349"/>
              <a:gd name="T12" fmla="*/ 1279 w 1303"/>
              <a:gd name="T13" fmla="*/ 509 h 1349"/>
              <a:gd name="T14" fmla="*/ 55 w 1303"/>
              <a:gd name="T15" fmla="*/ 2 h 1349"/>
              <a:gd name="T16" fmla="*/ 0 w 1303"/>
              <a:gd name="T17" fmla="*/ 53 h 1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3" h="1349">
                <a:moveTo>
                  <a:pt x="0" y="53"/>
                </a:moveTo>
                <a:cubicBezTo>
                  <a:pt x="0" y="1107"/>
                  <a:pt x="0" y="1107"/>
                  <a:pt x="0" y="1107"/>
                </a:cubicBezTo>
                <a:cubicBezTo>
                  <a:pt x="0" y="1132"/>
                  <a:pt x="19" y="1154"/>
                  <a:pt x="44" y="1158"/>
                </a:cubicBezTo>
                <a:cubicBezTo>
                  <a:pt x="202" y="1181"/>
                  <a:pt x="347" y="1243"/>
                  <a:pt x="470" y="1334"/>
                </a:cubicBezTo>
                <a:cubicBezTo>
                  <a:pt x="490" y="1349"/>
                  <a:pt x="519" y="1347"/>
                  <a:pt x="537" y="1329"/>
                </a:cubicBezTo>
                <a:cubicBezTo>
                  <a:pt x="1281" y="584"/>
                  <a:pt x="1281" y="584"/>
                  <a:pt x="1281" y="584"/>
                </a:cubicBezTo>
                <a:cubicBezTo>
                  <a:pt x="1303" y="563"/>
                  <a:pt x="1302" y="528"/>
                  <a:pt x="1279" y="509"/>
                </a:cubicBezTo>
                <a:cubicBezTo>
                  <a:pt x="946" y="220"/>
                  <a:pt x="522" y="34"/>
                  <a:pt x="55" y="2"/>
                </a:cubicBezTo>
                <a:cubicBezTo>
                  <a:pt x="25" y="0"/>
                  <a:pt x="0" y="24"/>
                  <a:pt x="0" y="53"/>
                </a:cubicBezTo>
                <a:close/>
              </a:path>
            </a:pathLst>
          </a:custGeom>
          <a:solidFill>
            <a:srgbClr val="DE4B5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1" name="Freeform 93"/>
          <p:cNvSpPr/>
          <p:nvPr/>
        </p:nvSpPr>
        <p:spPr bwMode="auto">
          <a:xfrm flipV="1">
            <a:off x="5281912" y="3966091"/>
            <a:ext cx="759988" cy="787038"/>
          </a:xfrm>
          <a:custGeom>
            <a:avLst/>
            <a:gdLst>
              <a:gd name="T0" fmla="*/ 21 w 1303"/>
              <a:gd name="T1" fmla="*/ 584 h 1349"/>
              <a:gd name="T2" fmla="*/ 766 w 1303"/>
              <a:gd name="T3" fmla="*/ 1329 h 1349"/>
              <a:gd name="T4" fmla="*/ 833 w 1303"/>
              <a:gd name="T5" fmla="*/ 1334 h 1349"/>
              <a:gd name="T6" fmla="*/ 1258 w 1303"/>
              <a:gd name="T7" fmla="*/ 1158 h 1349"/>
              <a:gd name="T8" fmla="*/ 1303 w 1303"/>
              <a:gd name="T9" fmla="*/ 1107 h 1349"/>
              <a:gd name="T10" fmla="*/ 1303 w 1303"/>
              <a:gd name="T11" fmla="*/ 53 h 1349"/>
              <a:gd name="T12" fmla="*/ 1248 w 1303"/>
              <a:gd name="T13" fmla="*/ 2 h 1349"/>
              <a:gd name="T14" fmla="*/ 24 w 1303"/>
              <a:gd name="T15" fmla="*/ 509 h 1349"/>
              <a:gd name="T16" fmla="*/ 21 w 1303"/>
              <a:gd name="T17" fmla="*/ 584 h 1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3" h="1349">
                <a:moveTo>
                  <a:pt x="21" y="584"/>
                </a:moveTo>
                <a:cubicBezTo>
                  <a:pt x="766" y="1329"/>
                  <a:pt x="766" y="1329"/>
                  <a:pt x="766" y="1329"/>
                </a:cubicBezTo>
                <a:cubicBezTo>
                  <a:pt x="784" y="1347"/>
                  <a:pt x="813" y="1349"/>
                  <a:pt x="833" y="1334"/>
                </a:cubicBezTo>
                <a:cubicBezTo>
                  <a:pt x="955" y="1243"/>
                  <a:pt x="1101" y="1181"/>
                  <a:pt x="1258" y="1158"/>
                </a:cubicBezTo>
                <a:cubicBezTo>
                  <a:pt x="1284" y="1154"/>
                  <a:pt x="1303" y="1132"/>
                  <a:pt x="1303" y="1107"/>
                </a:cubicBezTo>
                <a:cubicBezTo>
                  <a:pt x="1303" y="53"/>
                  <a:pt x="1303" y="53"/>
                  <a:pt x="1303" y="53"/>
                </a:cubicBezTo>
                <a:cubicBezTo>
                  <a:pt x="1303" y="24"/>
                  <a:pt x="1277" y="0"/>
                  <a:pt x="1248" y="2"/>
                </a:cubicBezTo>
                <a:cubicBezTo>
                  <a:pt x="781" y="35"/>
                  <a:pt x="356" y="220"/>
                  <a:pt x="24" y="509"/>
                </a:cubicBezTo>
                <a:cubicBezTo>
                  <a:pt x="1" y="528"/>
                  <a:pt x="0" y="563"/>
                  <a:pt x="21" y="584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2" name="Freeform 5"/>
          <p:cNvSpPr>
            <a:spLocks noEditPoints="1"/>
          </p:cNvSpPr>
          <p:nvPr/>
        </p:nvSpPr>
        <p:spPr bwMode="auto">
          <a:xfrm>
            <a:off x="6342581" y="4291561"/>
            <a:ext cx="208859" cy="147476"/>
          </a:xfrm>
          <a:custGeom>
            <a:avLst/>
            <a:gdLst>
              <a:gd name="T0" fmla="*/ 218 w 219"/>
              <a:gd name="T1" fmla="*/ 117 h 154"/>
              <a:gd name="T2" fmla="*/ 219 w 219"/>
              <a:gd name="T3" fmla="*/ 118 h 154"/>
              <a:gd name="T4" fmla="*/ 218 w 219"/>
              <a:gd name="T5" fmla="*/ 119 h 154"/>
              <a:gd name="T6" fmla="*/ 174 w 219"/>
              <a:gd name="T7" fmla="*/ 153 h 154"/>
              <a:gd name="T8" fmla="*/ 172 w 219"/>
              <a:gd name="T9" fmla="*/ 153 h 154"/>
              <a:gd name="T10" fmla="*/ 171 w 219"/>
              <a:gd name="T11" fmla="*/ 151 h 154"/>
              <a:gd name="T12" fmla="*/ 179 w 219"/>
              <a:gd name="T13" fmla="*/ 133 h 154"/>
              <a:gd name="T14" fmla="*/ 113 w 219"/>
              <a:gd name="T15" fmla="*/ 106 h 154"/>
              <a:gd name="T16" fmla="*/ 126 w 219"/>
              <a:gd name="T17" fmla="*/ 89 h 154"/>
              <a:gd name="T18" fmla="*/ 131 w 219"/>
              <a:gd name="T19" fmla="*/ 82 h 154"/>
              <a:gd name="T20" fmla="*/ 179 w 219"/>
              <a:gd name="T21" fmla="*/ 103 h 154"/>
              <a:gd name="T22" fmla="*/ 171 w 219"/>
              <a:gd name="T23" fmla="*/ 85 h 154"/>
              <a:gd name="T24" fmla="*/ 172 w 219"/>
              <a:gd name="T25" fmla="*/ 83 h 154"/>
              <a:gd name="T26" fmla="*/ 173 w 219"/>
              <a:gd name="T27" fmla="*/ 82 h 154"/>
              <a:gd name="T28" fmla="*/ 174 w 219"/>
              <a:gd name="T29" fmla="*/ 83 h 154"/>
              <a:gd name="T30" fmla="*/ 218 w 219"/>
              <a:gd name="T31" fmla="*/ 117 h 154"/>
              <a:gd name="T32" fmla="*/ 45 w 219"/>
              <a:gd name="T33" fmla="*/ 71 h 154"/>
              <a:gd name="T34" fmla="*/ 46 w 219"/>
              <a:gd name="T35" fmla="*/ 71 h 154"/>
              <a:gd name="T36" fmla="*/ 47 w 219"/>
              <a:gd name="T37" fmla="*/ 71 h 154"/>
              <a:gd name="T38" fmla="*/ 47 w 219"/>
              <a:gd name="T39" fmla="*/ 69 h 154"/>
              <a:gd name="T40" fmla="*/ 40 w 219"/>
              <a:gd name="T41" fmla="*/ 50 h 154"/>
              <a:gd name="T42" fmla="*/ 87 w 219"/>
              <a:gd name="T43" fmla="*/ 72 h 154"/>
              <a:gd name="T44" fmla="*/ 93 w 219"/>
              <a:gd name="T45" fmla="*/ 65 h 154"/>
              <a:gd name="T46" fmla="*/ 106 w 219"/>
              <a:gd name="T47" fmla="*/ 49 h 154"/>
              <a:gd name="T48" fmla="*/ 40 w 219"/>
              <a:gd name="T49" fmla="*/ 21 h 154"/>
              <a:gd name="T50" fmla="*/ 47 w 219"/>
              <a:gd name="T51" fmla="*/ 2 h 154"/>
              <a:gd name="T52" fmla="*/ 47 w 219"/>
              <a:gd name="T53" fmla="*/ 0 h 154"/>
              <a:gd name="T54" fmla="*/ 45 w 219"/>
              <a:gd name="T55" fmla="*/ 0 h 154"/>
              <a:gd name="T56" fmla="*/ 0 w 219"/>
              <a:gd name="T57" fmla="*/ 34 h 154"/>
              <a:gd name="T58" fmla="*/ 0 w 219"/>
              <a:gd name="T59" fmla="*/ 35 h 154"/>
              <a:gd name="T60" fmla="*/ 0 w 219"/>
              <a:gd name="T61" fmla="*/ 37 h 154"/>
              <a:gd name="T62" fmla="*/ 45 w 219"/>
              <a:gd name="T63" fmla="*/ 71 h 154"/>
              <a:gd name="T64" fmla="*/ 121 w 219"/>
              <a:gd name="T65" fmla="*/ 86 h 154"/>
              <a:gd name="T66" fmla="*/ 179 w 219"/>
              <a:gd name="T67" fmla="*/ 50 h 154"/>
              <a:gd name="T68" fmla="*/ 171 w 219"/>
              <a:gd name="T69" fmla="*/ 69 h 154"/>
              <a:gd name="T70" fmla="*/ 172 w 219"/>
              <a:gd name="T71" fmla="*/ 71 h 154"/>
              <a:gd name="T72" fmla="*/ 173 w 219"/>
              <a:gd name="T73" fmla="*/ 71 h 154"/>
              <a:gd name="T74" fmla="*/ 174 w 219"/>
              <a:gd name="T75" fmla="*/ 71 h 154"/>
              <a:gd name="T76" fmla="*/ 218 w 219"/>
              <a:gd name="T77" fmla="*/ 37 h 154"/>
              <a:gd name="T78" fmla="*/ 219 w 219"/>
              <a:gd name="T79" fmla="*/ 35 h 154"/>
              <a:gd name="T80" fmla="*/ 218 w 219"/>
              <a:gd name="T81" fmla="*/ 34 h 154"/>
              <a:gd name="T82" fmla="*/ 174 w 219"/>
              <a:gd name="T83" fmla="*/ 0 h 154"/>
              <a:gd name="T84" fmla="*/ 172 w 219"/>
              <a:gd name="T85" fmla="*/ 0 h 154"/>
              <a:gd name="T86" fmla="*/ 171 w 219"/>
              <a:gd name="T87" fmla="*/ 2 h 154"/>
              <a:gd name="T88" fmla="*/ 179 w 219"/>
              <a:gd name="T89" fmla="*/ 21 h 154"/>
              <a:gd name="T90" fmla="*/ 97 w 219"/>
              <a:gd name="T91" fmla="*/ 69 h 154"/>
              <a:gd name="T92" fmla="*/ 40 w 219"/>
              <a:gd name="T93" fmla="*/ 103 h 154"/>
              <a:gd name="T94" fmla="*/ 47 w 219"/>
              <a:gd name="T95" fmla="*/ 85 h 154"/>
              <a:gd name="T96" fmla="*/ 47 w 219"/>
              <a:gd name="T97" fmla="*/ 83 h 154"/>
              <a:gd name="T98" fmla="*/ 46 w 219"/>
              <a:gd name="T99" fmla="*/ 82 h 154"/>
              <a:gd name="T100" fmla="*/ 45 w 219"/>
              <a:gd name="T101" fmla="*/ 83 h 154"/>
              <a:gd name="T102" fmla="*/ 0 w 219"/>
              <a:gd name="T103" fmla="*/ 117 h 154"/>
              <a:gd name="T104" fmla="*/ 0 w 219"/>
              <a:gd name="T105" fmla="*/ 118 h 154"/>
              <a:gd name="T106" fmla="*/ 0 w 219"/>
              <a:gd name="T107" fmla="*/ 119 h 154"/>
              <a:gd name="T108" fmla="*/ 45 w 219"/>
              <a:gd name="T109" fmla="*/ 153 h 154"/>
              <a:gd name="T110" fmla="*/ 47 w 219"/>
              <a:gd name="T111" fmla="*/ 153 h 154"/>
              <a:gd name="T112" fmla="*/ 47 w 219"/>
              <a:gd name="T113" fmla="*/ 151 h 154"/>
              <a:gd name="T114" fmla="*/ 40 w 219"/>
              <a:gd name="T115" fmla="*/ 133 h 154"/>
              <a:gd name="T116" fmla="*/ 121 w 219"/>
              <a:gd name="T117" fmla="*/ 86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9" h="154">
                <a:moveTo>
                  <a:pt x="218" y="117"/>
                </a:moveTo>
                <a:cubicBezTo>
                  <a:pt x="219" y="117"/>
                  <a:pt x="219" y="117"/>
                  <a:pt x="219" y="118"/>
                </a:cubicBezTo>
                <a:cubicBezTo>
                  <a:pt x="219" y="119"/>
                  <a:pt x="219" y="119"/>
                  <a:pt x="218" y="119"/>
                </a:cubicBezTo>
                <a:cubicBezTo>
                  <a:pt x="174" y="153"/>
                  <a:pt x="174" y="153"/>
                  <a:pt x="174" y="153"/>
                </a:cubicBezTo>
                <a:cubicBezTo>
                  <a:pt x="174" y="154"/>
                  <a:pt x="173" y="154"/>
                  <a:pt x="172" y="153"/>
                </a:cubicBezTo>
                <a:cubicBezTo>
                  <a:pt x="171" y="153"/>
                  <a:pt x="171" y="152"/>
                  <a:pt x="171" y="151"/>
                </a:cubicBezTo>
                <a:cubicBezTo>
                  <a:pt x="179" y="133"/>
                  <a:pt x="179" y="133"/>
                  <a:pt x="179" y="133"/>
                </a:cubicBezTo>
                <a:cubicBezTo>
                  <a:pt x="145" y="131"/>
                  <a:pt x="126" y="119"/>
                  <a:pt x="113" y="106"/>
                </a:cubicBezTo>
                <a:cubicBezTo>
                  <a:pt x="118" y="100"/>
                  <a:pt x="122" y="94"/>
                  <a:pt x="126" y="89"/>
                </a:cubicBezTo>
                <a:cubicBezTo>
                  <a:pt x="128" y="86"/>
                  <a:pt x="130" y="84"/>
                  <a:pt x="131" y="82"/>
                </a:cubicBezTo>
                <a:cubicBezTo>
                  <a:pt x="141" y="93"/>
                  <a:pt x="154" y="102"/>
                  <a:pt x="179" y="103"/>
                </a:cubicBezTo>
                <a:cubicBezTo>
                  <a:pt x="171" y="85"/>
                  <a:pt x="171" y="85"/>
                  <a:pt x="171" y="85"/>
                </a:cubicBezTo>
                <a:cubicBezTo>
                  <a:pt x="171" y="84"/>
                  <a:pt x="171" y="83"/>
                  <a:pt x="172" y="83"/>
                </a:cubicBezTo>
                <a:cubicBezTo>
                  <a:pt x="172" y="82"/>
                  <a:pt x="173" y="82"/>
                  <a:pt x="173" y="82"/>
                </a:cubicBezTo>
                <a:cubicBezTo>
                  <a:pt x="173" y="82"/>
                  <a:pt x="174" y="82"/>
                  <a:pt x="174" y="83"/>
                </a:cubicBezTo>
                <a:lnTo>
                  <a:pt x="218" y="117"/>
                </a:lnTo>
                <a:close/>
                <a:moveTo>
                  <a:pt x="45" y="71"/>
                </a:moveTo>
                <a:cubicBezTo>
                  <a:pt x="45" y="71"/>
                  <a:pt x="45" y="71"/>
                  <a:pt x="46" y="71"/>
                </a:cubicBezTo>
                <a:cubicBezTo>
                  <a:pt x="46" y="71"/>
                  <a:pt x="46" y="71"/>
                  <a:pt x="47" y="71"/>
                </a:cubicBezTo>
                <a:cubicBezTo>
                  <a:pt x="47" y="70"/>
                  <a:pt x="48" y="69"/>
                  <a:pt x="47" y="69"/>
                </a:cubicBezTo>
                <a:cubicBezTo>
                  <a:pt x="40" y="50"/>
                  <a:pt x="40" y="50"/>
                  <a:pt x="40" y="50"/>
                </a:cubicBezTo>
                <a:cubicBezTo>
                  <a:pt x="65" y="52"/>
                  <a:pt x="77" y="61"/>
                  <a:pt x="87" y="72"/>
                </a:cubicBezTo>
                <a:cubicBezTo>
                  <a:pt x="89" y="70"/>
                  <a:pt x="91" y="68"/>
                  <a:pt x="93" y="65"/>
                </a:cubicBezTo>
                <a:cubicBezTo>
                  <a:pt x="96" y="60"/>
                  <a:pt x="101" y="54"/>
                  <a:pt x="106" y="49"/>
                </a:cubicBezTo>
                <a:cubicBezTo>
                  <a:pt x="92" y="35"/>
                  <a:pt x="73" y="23"/>
                  <a:pt x="40" y="21"/>
                </a:cubicBezTo>
                <a:cubicBezTo>
                  <a:pt x="47" y="2"/>
                  <a:pt x="47" y="2"/>
                  <a:pt x="47" y="2"/>
                </a:cubicBezTo>
                <a:cubicBezTo>
                  <a:pt x="48" y="1"/>
                  <a:pt x="47" y="1"/>
                  <a:pt x="47" y="0"/>
                </a:cubicBezTo>
                <a:cubicBezTo>
                  <a:pt x="46" y="0"/>
                  <a:pt x="45" y="0"/>
                  <a:pt x="45" y="0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4"/>
                  <a:pt x="0" y="35"/>
                  <a:pt x="0" y="35"/>
                </a:cubicBezTo>
                <a:cubicBezTo>
                  <a:pt x="0" y="36"/>
                  <a:pt x="0" y="36"/>
                  <a:pt x="0" y="37"/>
                </a:cubicBezTo>
                <a:lnTo>
                  <a:pt x="45" y="71"/>
                </a:lnTo>
                <a:close/>
                <a:moveTo>
                  <a:pt x="121" y="86"/>
                </a:moveTo>
                <a:cubicBezTo>
                  <a:pt x="134" y="67"/>
                  <a:pt x="145" y="53"/>
                  <a:pt x="179" y="50"/>
                </a:cubicBezTo>
                <a:cubicBezTo>
                  <a:pt x="171" y="69"/>
                  <a:pt x="171" y="69"/>
                  <a:pt x="171" y="69"/>
                </a:cubicBezTo>
                <a:cubicBezTo>
                  <a:pt x="171" y="69"/>
                  <a:pt x="171" y="70"/>
                  <a:pt x="172" y="71"/>
                </a:cubicBezTo>
                <a:cubicBezTo>
                  <a:pt x="172" y="71"/>
                  <a:pt x="173" y="71"/>
                  <a:pt x="173" y="71"/>
                </a:cubicBezTo>
                <a:cubicBezTo>
                  <a:pt x="173" y="71"/>
                  <a:pt x="174" y="71"/>
                  <a:pt x="174" y="71"/>
                </a:cubicBezTo>
                <a:cubicBezTo>
                  <a:pt x="218" y="37"/>
                  <a:pt x="218" y="37"/>
                  <a:pt x="218" y="37"/>
                </a:cubicBezTo>
                <a:cubicBezTo>
                  <a:pt x="219" y="36"/>
                  <a:pt x="219" y="36"/>
                  <a:pt x="219" y="35"/>
                </a:cubicBezTo>
                <a:cubicBezTo>
                  <a:pt x="219" y="35"/>
                  <a:pt x="219" y="34"/>
                  <a:pt x="218" y="34"/>
                </a:cubicBezTo>
                <a:cubicBezTo>
                  <a:pt x="174" y="0"/>
                  <a:pt x="174" y="0"/>
                  <a:pt x="174" y="0"/>
                </a:cubicBezTo>
                <a:cubicBezTo>
                  <a:pt x="174" y="0"/>
                  <a:pt x="173" y="0"/>
                  <a:pt x="172" y="0"/>
                </a:cubicBezTo>
                <a:cubicBezTo>
                  <a:pt x="171" y="1"/>
                  <a:pt x="171" y="1"/>
                  <a:pt x="171" y="2"/>
                </a:cubicBezTo>
                <a:cubicBezTo>
                  <a:pt x="179" y="21"/>
                  <a:pt x="179" y="21"/>
                  <a:pt x="179" y="21"/>
                </a:cubicBezTo>
                <a:cubicBezTo>
                  <a:pt x="130" y="23"/>
                  <a:pt x="112" y="48"/>
                  <a:pt x="97" y="69"/>
                </a:cubicBezTo>
                <a:cubicBezTo>
                  <a:pt x="84" y="87"/>
                  <a:pt x="74" y="101"/>
                  <a:pt x="40" y="103"/>
                </a:cubicBezTo>
                <a:cubicBezTo>
                  <a:pt x="47" y="85"/>
                  <a:pt x="47" y="85"/>
                  <a:pt x="47" y="85"/>
                </a:cubicBezTo>
                <a:cubicBezTo>
                  <a:pt x="48" y="84"/>
                  <a:pt x="47" y="83"/>
                  <a:pt x="47" y="83"/>
                </a:cubicBezTo>
                <a:cubicBezTo>
                  <a:pt x="46" y="82"/>
                  <a:pt x="46" y="82"/>
                  <a:pt x="46" y="82"/>
                </a:cubicBezTo>
                <a:cubicBezTo>
                  <a:pt x="45" y="82"/>
                  <a:pt x="45" y="82"/>
                  <a:pt x="45" y="83"/>
                </a:cubicBezTo>
                <a:cubicBezTo>
                  <a:pt x="0" y="117"/>
                  <a:pt x="0" y="117"/>
                  <a:pt x="0" y="117"/>
                </a:cubicBezTo>
                <a:cubicBezTo>
                  <a:pt x="0" y="117"/>
                  <a:pt x="0" y="117"/>
                  <a:pt x="0" y="118"/>
                </a:cubicBezTo>
                <a:cubicBezTo>
                  <a:pt x="0" y="119"/>
                  <a:pt x="0" y="119"/>
                  <a:pt x="0" y="119"/>
                </a:cubicBezTo>
                <a:cubicBezTo>
                  <a:pt x="45" y="153"/>
                  <a:pt x="45" y="153"/>
                  <a:pt x="45" y="153"/>
                </a:cubicBezTo>
                <a:cubicBezTo>
                  <a:pt x="45" y="154"/>
                  <a:pt x="46" y="154"/>
                  <a:pt x="47" y="153"/>
                </a:cubicBezTo>
                <a:cubicBezTo>
                  <a:pt x="47" y="153"/>
                  <a:pt x="48" y="152"/>
                  <a:pt x="47" y="151"/>
                </a:cubicBezTo>
                <a:cubicBezTo>
                  <a:pt x="40" y="133"/>
                  <a:pt x="40" y="133"/>
                  <a:pt x="40" y="133"/>
                </a:cubicBezTo>
                <a:cubicBezTo>
                  <a:pt x="89" y="131"/>
                  <a:pt x="107" y="106"/>
                  <a:pt x="121" y="8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121920" tIns="60960" rIns="121920" bIns="60960" numCol="1" anchor="t" anchorCtr="0" compatLnSpc="1"/>
          <a:lstStyle/>
          <a:p>
            <a:endParaRPr lang="id-ID" sz="140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93" name="Freeform 381"/>
          <p:cNvSpPr>
            <a:spLocks noEditPoints="1"/>
          </p:cNvSpPr>
          <p:nvPr/>
        </p:nvSpPr>
        <p:spPr bwMode="auto">
          <a:xfrm>
            <a:off x="5623902" y="4263487"/>
            <a:ext cx="220613" cy="220613"/>
          </a:xfrm>
          <a:custGeom>
            <a:avLst/>
            <a:gdLst>
              <a:gd name="T0" fmla="*/ 144 w 288"/>
              <a:gd name="T1" fmla="*/ 0 h 288"/>
              <a:gd name="T2" fmla="*/ 0 w 288"/>
              <a:gd name="T3" fmla="*/ 144 h 288"/>
              <a:gd name="T4" fmla="*/ 144 w 288"/>
              <a:gd name="T5" fmla="*/ 288 h 288"/>
              <a:gd name="T6" fmla="*/ 288 w 288"/>
              <a:gd name="T7" fmla="*/ 144 h 288"/>
              <a:gd name="T8" fmla="*/ 144 w 288"/>
              <a:gd name="T9" fmla="*/ 0 h 288"/>
              <a:gd name="T10" fmla="*/ 197 w 288"/>
              <a:gd name="T11" fmla="*/ 136 h 288"/>
              <a:gd name="T12" fmla="*/ 194 w 288"/>
              <a:gd name="T13" fmla="*/ 99 h 288"/>
              <a:gd name="T14" fmla="*/ 242 w 288"/>
              <a:gd name="T15" fmla="*/ 99 h 288"/>
              <a:gd name="T16" fmla="*/ 252 w 288"/>
              <a:gd name="T17" fmla="*/ 136 h 288"/>
              <a:gd name="T18" fmla="*/ 197 w 288"/>
              <a:gd name="T19" fmla="*/ 136 h 288"/>
              <a:gd name="T20" fmla="*/ 37 w 288"/>
              <a:gd name="T21" fmla="*/ 136 h 288"/>
              <a:gd name="T22" fmla="*/ 46 w 288"/>
              <a:gd name="T23" fmla="*/ 99 h 288"/>
              <a:gd name="T24" fmla="*/ 95 w 288"/>
              <a:gd name="T25" fmla="*/ 99 h 288"/>
              <a:gd name="T26" fmla="*/ 92 w 288"/>
              <a:gd name="T27" fmla="*/ 136 h 288"/>
              <a:gd name="T28" fmla="*/ 37 w 288"/>
              <a:gd name="T29" fmla="*/ 136 h 288"/>
              <a:gd name="T30" fmla="*/ 111 w 288"/>
              <a:gd name="T31" fmla="*/ 99 h 288"/>
              <a:gd name="T32" fmla="*/ 178 w 288"/>
              <a:gd name="T33" fmla="*/ 99 h 288"/>
              <a:gd name="T34" fmla="*/ 181 w 288"/>
              <a:gd name="T35" fmla="*/ 136 h 288"/>
              <a:gd name="T36" fmla="*/ 108 w 288"/>
              <a:gd name="T37" fmla="*/ 136 h 288"/>
              <a:gd name="T38" fmla="*/ 111 w 288"/>
              <a:gd name="T39" fmla="*/ 99 h 288"/>
              <a:gd name="T40" fmla="*/ 37 w 288"/>
              <a:gd name="T41" fmla="*/ 152 h 288"/>
              <a:gd name="T42" fmla="*/ 92 w 288"/>
              <a:gd name="T43" fmla="*/ 152 h 288"/>
              <a:gd name="T44" fmla="*/ 95 w 288"/>
              <a:gd name="T45" fmla="*/ 190 h 288"/>
              <a:gd name="T46" fmla="*/ 47 w 288"/>
              <a:gd name="T47" fmla="*/ 190 h 288"/>
              <a:gd name="T48" fmla="*/ 37 w 288"/>
              <a:gd name="T49" fmla="*/ 152 h 288"/>
              <a:gd name="T50" fmla="*/ 108 w 288"/>
              <a:gd name="T51" fmla="*/ 152 h 288"/>
              <a:gd name="T52" fmla="*/ 181 w 288"/>
              <a:gd name="T53" fmla="*/ 152 h 288"/>
              <a:gd name="T54" fmla="*/ 178 w 288"/>
              <a:gd name="T55" fmla="*/ 190 h 288"/>
              <a:gd name="T56" fmla="*/ 111 w 288"/>
              <a:gd name="T57" fmla="*/ 190 h 288"/>
              <a:gd name="T58" fmla="*/ 108 w 288"/>
              <a:gd name="T59" fmla="*/ 152 h 288"/>
              <a:gd name="T60" fmla="*/ 197 w 288"/>
              <a:gd name="T61" fmla="*/ 152 h 288"/>
              <a:gd name="T62" fmla="*/ 252 w 288"/>
              <a:gd name="T63" fmla="*/ 152 h 288"/>
              <a:gd name="T64" fmla="*/ 242 w 288"/>
              <a:gd name="T65" fmla="*/ 190 h 288"/>
              <a:gd name="T66" fmla="*/ 194 w 288"/>
              <a:gd name="T67" fmla="*/ 190 h 288"/>
              <a:gd name="T68" fmla="*/ 197 w 288"/>
              <a:gd name="T69" fmla="*/ 152 h 288"/>
              <a:gd name="T70" fmla="*/ 233 w 288"/>
              <a:gd name="T71" fmla="*/ 82 h 288"/>
              <a:gd name="T72" fmla="*/ 191 w 288"/>
              <a:gd name="T73" fmla="*/ 82 h 288"/>
              <a:gd name="T74" fmla="*/ 180 w 288"/>
              <a:gd name="T75" fmla="*/ 42 h 288"/>
              <a:gd name="T76" fmla="*/ 233 w 288"/>
              <a:gd name="T77" fmla="*/ 82 h 288"/>
              <a:gd name="T78" fmla="*/ 160 w 288"/>
              <a:gd name="T79" fmla="*/ 37 h 288"/>
              <a:gd name="T80" fmla="*/ 175 w 288"/>
              <a:gd name="T81" fmla="*/ 82 h 288"/>
              <a:gd name="T82" fmla="*/ 114 w 288"/>
              <a:gd name="T83" fmla="*/ 82 h 288"/>
              <a:gd name="T84" fmla="*/ 128 w 288"/>
              <a:gd name="T85" fmla="*/ 37 h 288"/>
              <a:gd name="T86" fmla="*/ 144 w 288"/>
              <a:gd name="T87" fmla="*/ 36 h 288"/>
              <a:gd name="T88" fmla="*/ 160 w 288"/>
              <a:gd name="T89" fmla="*/ 37 h 288"/>
              <a:gd name="T90" fmla="*/ 109 w 288"/>
              <a:gd name="T91" fmla="*/ 42 h 288"/>
              <a:gd name="T92" fmla="*/ 97 w 288"/>
              <a:gd name="T93" fmla="*/ 82 h 288"/>
              <a:gd name="T94" fmla="*/ 56 w 288"/>
              <a:gd name="T95" fmla="*/ 82 h 288"/>
              <a:gd name="T96" fmla="*/ 109 w 288"/>
              <a:gd name="T97" fmla="*/ 42 h 288"/>
              <a:gd name="T98" fmla="*/ 56 w 288"/>
              <a:gd name="T99" fmla="*/ 206 h 288"/>
              <a:gd name="T100" fmla="*/ 97 w 288"/>
              <a:gd name="T101" fmla="*/ 206 h 288"/>
              <a:gd name="T102" fmla="*/ 109 w 288"/>
              <a:gd name="T103" fmla="*/ 246 h 288"/>
              <a:gd name="T104" fmla="*/ 56 w 288"/>
              <a:gd name="T105" fmla="*/ 206 h 288"/>
              <a:gd name="T106" fmla="*/ 128 w 288"/>
              <a:gd name="T107" fmla="*/ 251 h 288"/>
              <a:gd name="T108" fmla="*/ 114 w 288"/>
              <a:gd name="T109" fmla="*/ 206 h 288"/>
              <a:gd name="T110" fmla="*/ 175 w 288"/>
              <a:gd name="T111" fmla="*/ 206 h 288"/>
              <a:gd name="T112" fmla="*/ 160 w 288"/>
              <a:gd name="T113" fmla="*/ 251 h 288"/>
              <a:gd name="T114" fmla="*/ 144 w 288"/>
              <a:gd name="T115" fmla="*/ 252 h 288"/>
              <a:gd name="T116" fmla="*/ 128 w 288"/>
              <a:gd name="T117" fmla="*/ 251 h 288"/>
              <a:gd name="T118" fmla="*/ 180 w 288"/>
              <a:gd name="T119" fmla="*/ 246 h 288"/>
              <a:gd name="T120" fmla="*/ 191 w 288"/>
              <a:gd name="T121" fmla="*/ 206 h 288"/>
              <a:gd name="T122" fmla="*/ 232 w 288"/>
              <a:gd name="T123" fmla="*/ 206 h 288"/>
              <a:gd name="T124" fmla="*/ 180 w 288"/>
              <a:gd name="T125" fmla="*/ 24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88" h="288">
                <a:moveTo>
                  <a:pt x="144" y="0"/>
                </a:moveTo>
                <a:cubicBezTo>
                  <a:pt x="65" y="0"/>
                  <a:pt x="0" y="65"/>
                  <a:pt x="0" y="144"/>
                </a:cubicBezTo>
                <a:cubicBezTo>
                  <a:pt x="0" y="224"/>
                  <a:pt x="65" y="288"/>
                  <a:pt x="144" y="288"/>
                </a:cubicBezTo>
                <a:cubicBezTo>
                  <a:pt x="224" y="288"/>
                  <a:pt x="288" y="224"/>
                  <a:pt x="288" y="144"/>
                </a:cubicBezTo>
                <a:cubicBezTo>
                  <a:pt x="288" y="65"/>
                  <a:pt x="224" y="0"/>
                  <a:pt x="144" y="0"/>
                </a:cubicBezTo>
                <a:close/>
                <a:moveTo>
                  <a:pt x="197" y="136"/>
                </a:moveTo>
                <a:cubicBezTo>
                  <a:pt x="197" y="123"/>
                  <a:pt x="196" y="110"/>
                  <a:pt x="194" y="99"/>
                </a:cubicBezTo>
                <a:cubicBezTo>
                  <a:pt x="242" y="99"/>
                  <a:pt x="242" y="99"/>
                  <a:pt x="242" y="99"/>
                </a:cubicBezTo>
                <a:cubicBezTo>
                  <a:pt x="247" y="110"/>
                  <a:pt x="251" y="123"/>
                  <a:pt x="252" y="136"/>
                </a:cubicBezTo>
                <a:lnTo>
                  <a:pt x="197" y="136"/>
                </a:lnTo>
                <a:close/>
                <a:moveTo>
                  <a:pt x="37" y="136"/>
                </a:moveTo>
                <a:cubicBezTo>
                  <a:pt x="38" y="123"/>
                  <a:pt x="41" y="110"/>
                  <a:pt x="46" y="99"/>
                </a:cubicBezTo>
                <a:cubicBezTo>
                  <a:pt x="95" y="99"/>
                  <a:pt x="95" y="99"/>
                  <a:pt x="95" y="99"/>
                </a:cubicBezTo>
                <a:cubicBezTo>
                  <a:pt x="93" y="110"/>
                  <a:pt x="92" y="123"/>
                  <a:pt x="92" y="136"/>
                </a:cubicBezTo>
                <a:lnTo>
                  <a:pt x="37" y="136"/>
                </a:lnTo>
                <a:close/>
                <a:moveTo>
                  <a:pt x="111" y="99"/>
                </a:moveTo>
                <a:cubicBezTo>
                  <a:pt x="178" y="99"/>
                  <a:pt x="178" y="99"/>
                  <a:pt x="178" y="99"/>
                </a:cubicBezTo>
                <a:cubicBezTo>
                  <a:pt x="179" y="110"/>
                  <a:pt x="181" y="123"/>
                  <a:pt x="181" y="136"/>
                </a:cubicBezTo>
                <a:cubicBezTo>
                  <a:pt x="108" y="136"/>
                  <a:pt x="108" y="136"/>
                  <a:pt x="108" y="136"/>
                </a:cubicBezTo>
                <a:cubicBezTo>
                  <a:pt x="108" y="123"/>
                  <a:pt x="109" y="110"/>
                  <a:pt x="111" y="99"/>
                </a:cubicBezTo>
                <a:close/>
                <a:moveTo>
                  <a:pt x="37" y="152"/>
                </a:moveTo>
                <a:cubicBezTo>
                  <a:pt x="92" y="152"/>
                  <a:pt x="92" y="152"/>
                  <a:pt x="92" y="152"/>
                </a:cubicBezTo>
                <a:cubicBezTo>
                  <a:pt x="92" y="166"/>
                  <a:pt x="93" y="179"/>
                  <a:pt x="95" y="190"/>
                </a:cubicBezTo>
                <a:cubicBezTo>
                  <a:pt x="47" y="190"/>
                  <a:pt x="47" y="190"/>
                  <a:pt x="47" y="190"/>
                </a:cubicBezTo>
                <a:cubicBezTo>
                  <a:pt x="41" y="179"/>
                  <a:pt x="38" y="166"/>
                  <a:pt x="37" y="152"/>
                </a:cubicBezTo>
                <a:close/>
                <a:moveTo>
                  <a:pt x="108" y="152"/>
                </a:moveTo>
                <a:cubicBezTo>
                  <a:pt x="181" y="152"/>
                  <a:pt x="181" y="152"/>
                  <a:pt x="181" y="152"/>
                </a:cubicBezTo>
                <a:cubicBezTo>
                  <a:pt x="180" y="166"/>
                  <a:pt x="179" y="179"/>
                  <a:pt x="178" y="190"/>
                </a:cubicBezTo>
                <a:cubicBezTo>
                  <a:pt x="111" y="190"/>
                  <a:pt x="111" y="190"/>
                  <a:pt x="111" y="190"/>
                </a:cubicBezTo>
                <a:cubicBezTo>
                  <a:pt x="109" y="179"/>
                  <a:pt x="108" y="166"/>
                  <a:pt x="108" y="152"/>
                </a:cubicBezTo>
                <a:close/>
                <a:moveTo>
                  <a:pt x="197" y="152"/>
                </a:moveTo>
                <a:cubicBezTo>
                  <a:pt x="252" y="152"/>
                  <a:pt x="252" y="152"/>
                  <a:pt x="252" y="152"/>
                </a:cubicBezTo>
                <a:cubicBezTo>
                  <a:pt x="251" y="166"/>
                  <a:pt x="247" y="179"/>
                  <a:pt x="242" y="190"/>
                </a:cubicBezTo>
                <a:cubicBezTo>
                  <a:pt x="194" y="190"/>
                  <a:pt x="194" y="190"/>
                  <a:pt x="194" y="190"/>
                </a:cubicBezTo>
                <a:cubicBezTo>
                  <a:pt x="196" y="179"/>
                  <a:pt x="197" y="166"/>
                  <a:pt x="197" y="152"/>
                </a:cubicBezTo>
                <a:close/>
                <a:moveTo>
                  <a:pt x="233" y="82"/>
                </a:moveTo>
                <a:cubicBezTo>
                  <a:pt x="191" y="82"/>
                  <a:pt x="191" y="82"/>
                  <a:pt x="191" y="82"/>
                </a:cubicBezTo>
                <a:cubicBezTo>
                  <a:pt x="188" y="67"/>
                  <a:pt x="184" y="53"/>
                  <a:pt x="180" y="42"/>
                </a:cubicBezTo>
                <a:cubicBezTo>
                  <a:pt x="201" y="50"/>
                  <a:pt x="220" y="64"/>
                  <a:pt x="233" y="82"/>
                </a:cubicBezTo>
                <a:close/>
                <a:moveTo>
                  <a:pt x="160" y="37"/>
                </a:moveTo>
                <a:cubicBezTo>
                  <a:pt x="166" y="49"/>
                  <a:pt x="171" y="64"/>
                  <a:pt x="175" y="82"/>
                </a:cubicBezTo>
                <a:cubicBezTo>
                  <a:pt x="114" y="82"/>
                  <a:pt x="114" y="82"/>
                  <a:pt x="114" y="82"/>
                </a:cubicBezTo>
                <a:cubicBezTo>
                  <a:pt x="118" y="64"/>
                  <a:pt x="123" y="49"/>
                  <a:pt x="128" y="37"/>
                </a:cubicBezTo>
                <a:cubicBezTo>
                  <a:pt x="134" y="37"/>
                  <a:pt x="139" y="36"/>
                  <a:pt x="144" y="36"/>
                </a:cubicBezTo>
                <a:cubicBezTo>
                  <a:pt x="150" y="36"/>
                  <a:pt x="155" y="37"/>
                  <a:pt x="160" y="37"/>
                </a:cubicBezTo>
                <a:close/>
                <a:moveTo>
                  <a:pt x="109" y="42"/>
                </a:moveTo>
                <a:cubicBezTo>
                  <a:pt x="104" y="53"/>
                  <a:pt x="100" y="67"/>
                  <a:pt x="97" y="82"/>
                </a:cubicBezTo>
                <a:cubicBezTo>
                  <a:pt x="56" y="82"/>
                  <a:pt x="56" y="82"/>
                  <a:pt x="56" y="82"/>
                </a:cubicBezTo>
                <a:cubicBezTo>
                  <a:pt x="69" y="64"/>
                  <a:pt x="87" y="50"/>
                  <a:pt x="109" y="42"/>
                </a:cubicBezTo>
                <a:close/>
                <a:moveTo>
                  <a:pt x="56" y="206"/>
                </a:moveTo>
                <a:cubicBezTo>
                  <a:pt x="97" y="206"/>
                  <a:pt x="97" y="206"/>
                  <a:pt x="97" y="206"/>
                </a:cubicBezTo>
                <a:cubicBezTo>
                  <a:pt x="100" y="222"/>
                  <a:pt x="104" y="235"/>
                  <a:pt x="109" y="246"/>
                </a:cubicBezTo>
                <a:cubicBezTo>
                  <a:pt x="87" y="239"/>
                  <a:pt x="69" y="225"/>
                  <a:pt x="56" y="206"/>
                </a:cubicBezTo>
                <a:close/>
                <a:moveTo>
                  <a:pt x="128" y="251"/>
                </a:moveTo>
                <a:cubicBezTo>
                  <a:pt x="123" y="240"/>
                  <a:pt x="118" y="225"/>
                  <a:pt x="114" y="206"/>
                </a:cubicBezTo>
                <a:cubicBezTo>
                  <a:pt x="175" y="206"/>
                  <a:pt x="175" y="206"/>
                  <a:pt x="175" y="206"/>
                </a:cubicBezTo>
                <a:cubicBezTo>
                  <a:pt x="171" y="225"/>
                  <a:pt x="166" y="240"/>
                  <a:pt x="160" y="251"/>
                </a:cubicBezTo>
                <a:cubicBezTo>
                  <a:pt x="155" y="252"/>
                  <a:pt x="150" y="252"/>
                  <a:pt x="144" y="252"/>
                </a:cubicBezTo>
                <a:cubicBezTo>
                  <a:pt x="139" y="252"/>
                  <a:pt x="133" y="252"/>
                  <a:pt x="128" y="251"/>
                </a:cubicBezTo>
                <a:close/>
                <a:moveTo>
                  <a:pt x="180" y="246"/>
                </a:moveTo>
                <a:cubicBezTo>
                  <a:pt x="184" y="235"/>
                  <a:pt x="188" y="222"/>
                  <a:pt x="191" y="206"/>
                </a:cubicBezTo>
                <a:cubicBezTo>
                  <a:pt x="232" y="206"/>
                  <a:pt x="232" y="206"/>
                  <a:pt x="232" y="206"/>
                </a:cubicBezTo>
                <a:cubicBezTo>
                  <a:pt x="219" y="225"/>
                  <a:pt x="201" y="238"/>
                  <a:pt x="180" y="2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5" name="TextBox 76"/>
          <p:cNvSpPr txBox="1"/>
          <p:nvPr/>
        </p:nvSpPr>
        <p:spPr>
          <a:xfrm>
            <a:off x="8053327" y="1983091"/>
            <a:ext cx="1475904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TextBox 76"/>
          <p:cNvSpPr txBox="1"/>
          <p:nvPr/>
        </p:nvSpPr>
        <p:spPr>
          <a:xfrm>
            <a:off x="8053327" y="4035579"/>
            <a:ext cx="1475904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实验室工作</a:t>
            </a:r>
            <a:endParaRPr lang="zh-CN" altLang="en-US" dirty="0">
              <a:solidFill>
                <a:srgbClr val="DE4B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8053327" y="4484100"/>
            <a:ext cx="3466718" cy="54906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日常报销</a:t>
            </a:r>
            <a:endParaRPr lang="en-US" altLang="zh-CN" sz="120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酬金发放</a:t>
            </a:r>
            <a:endParaRPr lang="en-US" altLang="zh-CN" sz="1200" dirty="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TextBox 76"/>
          <p:cNvSpPr txBox="1"/>
          <p:nvPr/>
        </p:nvSpPr>
        <p:spPr>
          <a:xfrm>
            <a:off x="2551402" y="1980404"/>
            <a:ext cx="1751074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上课</a:t>
            </a:r>
            <a:endParaRPr lang="zh-CN" altLang="en-US" dirty="0">
              <a:solidFill>
                <a:srgbClr val="DE4B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8053327" y="2504823"/>
            <a:ext cx="3466718" cy="54906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每周坚持运动</a:t>
            </a:r>
            <a:r>
              <a:rPr lang="en-US" altLang="zh-CN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en-US" altLang="zh-CN" sz="120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20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TextBox 76"/>
          <p:cNvSpPr txBox="1"/>
          <p:nvPr/>
        </p:nvSpPr>
        <p:spPr>
          <a:xfrm>
            <a:off x="2804551" y="3995967"/>
            <a:ext cx="1475904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</a:t>
            </a:r>
            <a:endParaRPr lang="zh-CN" altLang="en-US" dirty="0">
              <a:solidFill>
                <a:srgbClr val="DE4B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809481" y="4404911"/>
            <a:ext cx="3466718" cy="102919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阅读相关文献</a:t>
            </a:r>
            <a:endParaRPr lang="en-US" altLang="zh-CN" sz="120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完成简单的分类和分割任务</a:t>
            </a:r>
            <a:endParaRPr lang="en-US" altLang="zh-CN" sz="120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学习神经网络和医学图像处理的相关知识</a:t>
            </a:r>
            <a:endParaRPr lang="en-US" altLang="zh-CN" sz="120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en-US" altLang="zh-CN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sz="1200" dirty="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3D62148-F24D-4530-83C7-D53AB2CFD687}"/>
              </a:ext>
            </a:extLst>
          </p:cNvPr>
          <p:cNvSpPr txBox="1"/>
          <p:nvPr/>
        </p:nvSpPr>
        <p:spPr>
          <a:xfrm>
            <a:off x="824356" y="2504823"/>
            <a:ext cx="3466718" cy="126925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数字图像处理</a:t>
            </a:r>
            <a:endParaRPr lang="en-US" altLang="zh-CN" sz="120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神经网络</a:t>
            </a:r>
            <a:endParaRPr lang="en-US" altLang="zh-CN" sz="120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</a:t>
            </a:r>
            <a:endParaRPr lang="en-US" altLang="zh-CN" sz="120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完成课上的</a:t>
            </a:r>
            <a:r>
              <a:rPr lang="en-US" altLang="zh-CN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</a:t>
            </a:r>
            <a:r>
              <a:rPr lang="zh-CN" altLang="en-US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和小论文</a:t>
            </a:r>
            <a:endParaRPr lang="en-US" altLang="zh-CN" sz="120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en-US" altLang="zh-CN" sz="12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 flipV="1">
            <a:off x="0" y="-1"/>
            <a:ext cx="1249680" cy="663893"/>
            <a:chOff x="8564880" y="5384482"/>
            <a:chExt cx="2773680" cy="1473519"/>
          </a:xfrm>
        </p:grpSpPr>
        <p:sp>
          <p:nvSpPr>
            <p:cNvPr id="8" name="任意多边形 7"/>
            <p:cNvSpPr/>
            <p:nvPr/>
          </p:nvSpPr>
          <p:spPr>
            <a:xfrm>
              <a:off x="8564880" y="5384482"/>
              <a:ext cx="2773680" cy="1473518"/>
            </a:xfrm>
            <a:custGeom>
              <a:avLst/>
              <a:gdLst>
                <a:gd name="connsiteX0" fmla="*/ 2763520 w 5527040"/>
                <a:gd name="connsiteY0" fmla="*/ 0 h 2936240"/>
                <a:gd name="connsiteX1" fmla="*/ 5527040 w 5527040"/>
                <a:gd name="connsiteY1" fmla="*/ 2936240 h 2936240"/>
                <a:gd name="connsiteX2" fmla="*/ 4828988 w 5527040"/>
                <a:gd name="connsiteY2" fmla="*/ 2936240 h 2936240"/>
                <a:gd name="connsiteX3" fmla="*/ 2763520 w 5527040"/>
                <a:gd name="connsiteY3" fmla="*/ 741680 h 2936240"/>
                <a:gd name="connsiteX4" fmla="*/ 698052 w 5527040"/>
                <a:gd name="connsiteY4" fmla="*/ 2936240 h 2936240"/>
                <a:gd name="connsiteX5" fmla="*/ 0 w 5527040"/>
                <a:gd name="connsiteY5" fmla="*/ 2936240 h 2936240"/>
                <a:gd name="connsiteX6" fmla="*/ 2763520 w 5527040"/>
                <a:gd name="connsiteY6" fmla="*/ 0 h 293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27040" h="2936240">
                  <a:moveTo>
                    <a:pt x="2763520" y="0"/>
                  </a:moveTo>
                  <a:lnTo>
                    <a:pt x="5527040" y="2936240"/>
                  </a:lnTo>
                  <a:lnTo>
                    <a:pt x="4828988" y="2936240"/>
                  </a:lnTo>
                  <a:lnTo>
                    <a:pt x="2763520" y="741680"/>
                  </a:lnTo>
                  <a:lnTo>
                    <a:pt x="698052" y="2936240"/>
                  </a:lnTo>
                  <a:lnTo>
                    <a:pt x="0" y="2936240"/>
                  </a:lnTo>
                  <a:lnTo>
                    <a:pt x="2763520" y="0"/>
                  </a:lnTo>
                  <a:close/>
                </a:path>
              </a:pathLst>
            </a:custGeom>
            <a:solidFill>
              <a:srgbClr val="DE4B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8564880" y="5867137"/>
              <a:ext cx="1865155" cy="990864"/>
            </a:xfrm>
            <a:custGeom>
              <a:avLst/>
              <a:gdLst>
                <a:gd name="connsiteX0" fmla="*/ 2065468 w 4130936"/>
                <a:gd name="connsiteY0" fmla="*/ 0 h 2194560"/>
                <a:gd name="connsiteX1" fmla="*/ 4130936 w 4130936"/>
                <a:gd name="connsiteY1" fmla="*/ 2194560 h 2194560"/>
                <a:gd name="connsiteX2" fmla="*/ 0 w 4130936"/>
                <a:gd name="connsiteY2" fmla="*/ 2194560 h 2194560"/>
                <a:gd name="connsiteX3" fmla="*/ 2065468 w 4130936"/>
                <a:gd name="connsiteY3" fmla="*/ 0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30936" h="2194560">
                  <a:moveTo>
                    <a:pt x="2065468" y="0"/>
                  </a:moveTo>
                  <a:lnTo>
                    <a:pt x="4130936" y="2194560"/>
                  </a:lnTo>
                  <a:lnTo>
                    <a:pt x="0" y="2194560"/>
                  </a:lnTo>
                  <a:lnTo>
                    <a:pt x="2065468" y="0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 flipH="1" flipV="1">
            <a:off x="10908532" y="6248400"/>
            <a:ext cx="1283468" cy="609600"/>
            <a:chOff x="220532" y="0"/>
            <a:chExt cx="5657734" cy="2687216"/>
          </a:xfrm>
        </p:grpSpPr>
        <p:sp>
          <p:nvSpPr>
            <p:cNvPr id="9" name="任意多边形 8"/>
            <p:cNvSpPr/>
            <p:nvPr/>
          </p:nvSpPr>
          <p:spPr>
            <a:xfrm flipV="1">
              <a:off x="220532" y="0"/>
              <a:ext cx="4130936" cy="2194560"/>
            </a:xfrm>
            <a:custGeom>
              <a:avLst/>
              <a:gdLst>
                <a:gd name="connsiteX0" fmla="*/ 2065468 w 4130936"/>
                <a:gd name="connsiteY0" fmla="*/ 0 h 2194560"/>
                <a:gd name="connsiteX1" fmla="*/ 4130936 w 4130936"/>
                <a:gd name="connsiteY1" fmla="*/ 2194560 h 2194560"/>
                <a:gd name="connsiteX2" fmla="*/ 0 w 4130936"/>
                <a:gd name="connsiteY2" fmla="*/ 2194560 h 2194560"/>
                <a:gd name="connsiteX3" fmla="*/ 2065468 w 4130936"/>
                <a:gd name="connsiteY3" fmla="*/ 0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30936" h="2194560">
                  <a:moveTo>
                    <a:pt x="2065468" y="0"/>
                  </a:moveTo>
                  <a:lnTo>
                    <a:pt x="4130936" y="2194560"/>
                  </a:lnTo>
                  <a:lnTo>
                    <a:pt x="0" y="2194560"/>
                  </a:lnTo>
                  <a:lnTo>
                    <a:pt x="2065468" y="0"/>
                  </a:lnTo>
                  <a:close/>
                </a:path>
              </a:pathLst>
            </a:custGeom>
            <a:solidFill>
              <a:srgbClr val="DE4B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 flipV="1">
              <a:off x="819976" y="0"/>
              <a:ext cx="5058290" cy="2687216"/>
            </a:xfrm>
            <a:custGeom>
              <a:avLst/>
              <a:gdLst>
                <a:gd name="connsiteX0" fmla="*/ 0 w 4130936"/>
                <a:gd name="connsiteY0" fmla="*/ 2194560 h 2194560"/>
                <a:gd name="connsiteX1" fmla="*/ 225015 w 4130936"/>
                <a:gd name="connsiteY1" fmla="*/ 2194560 h 2194560"/>
                <a:gd name="connsiteX2" fmla="*/ 2065468 w 4130936"/>
                <a:gd name="connsiteY2" fmla="*/ 239078 h 2194560"/>
                <a:gd name="connsiteX3" fmla="*/ 3905922 w 4130936"/>
                <a:gd name="connsiteY3" fmla="*/ 2194560 h 2194560"/>
                <a:gd name="connsiteX4" fmla="*/ 4130936 w 4130936"/>
                <a:gd name="connsiteY4" fmla="*/ 2194560 h 2194560"/>
                <a:gd name="connsiteX5" fmla="*/ 2065468 w 4130936"/>
                <a:gd name="connsiteY5" fmla="*/ 0 h 2194560"/>
                <a:gd name="connsiteX6" fmla="*/ 0 w 4130936"/>
                <a:gd name="connsiteY6" fmla="*/ 2194560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0936" h="2194560">
                  <a:moveTo>
                    <a:pt x="0" y="2194560"/>
                  </a:moveTo>
                  <a:lnTo>
                    <a:pt x="225015" y="2194560"/>
                  </a:lnTo>
                  <a:lnTo>
                    <a:pt x="2065468" y="239078"/>
                  </a:lnTo>
                  <a:lnTo>
                    <a:pt x="3905922" y="2194560"/>
                  </a:lnTo>
                  <a:lnTo>
                    <a:pt x="4130936" y="2194560"/>
                  </a:lnTo>
                  <a:lnTo>
                    <a:pt x="2065468" y="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76"/>
          <p:cNvSpPr txBox="1"/>
          <p:nvPr/>
        </p:nvSpPr>
        <p:spPr>
          <a:xfrm>
            <a:off x="5115432" y="192896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上课与相关工作</a:t>
            </a:r>
            <a:endParaRPr lang="zh-CN" altLang="en-US" sz="2000" dirty="0">
              <a:solidFill>
                <a:srgbClr val="DE4B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07448" y="527040"/>
            <a:ext cx="3195994" cy="281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05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and related Work</a:t>
            </a:r>
            <a:endParaRPr lang="en-US" altLang="zh-CN" sz="1050" dirty="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5987601" y="829991"/>
            <a:ext cx="235688" cy="0"/>
          </a:xfrm>
          <a:prstGeom prst="line">
            <a:avLst/>
          </a:prstGeom>
          <a:ln w="22225" cap="rnd">
            <a:solidFill>
              <a:srgbClr val="DE4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3F271914-EC14-4581-8931-C8D2064EA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258" y="1290851"/>
            <a:ext cx="3073590" cy="213814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C38939F-2B86-4532-88EF-4E1D9F5CB7E4}"/>
              </a:ext>
            </a:extLst>
          </p:cNvPr>
          <p:cNvSpPr txBox="1"/>
          <p:nvPr/>
        </p:nvSpPr>
        <p:spPr>
          <a:xfrm>
            <a:off x="624840" y="894966"/>
            <a:ext cx="155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数字图像处理：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2E729AD-801E-416D-907F-8C06B3DDF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448" y="1291244"/>
            <a:ext cx="7055139" cy="216464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42E44EF9-8252-4648-909B-E775E8080244}"/>
              </a:ext>
            </a:extLst>
          </p:cNvPr>
          <p:cNvSpPr txBox="1"/>
          <p:nvPr/>
        </p:nvSpPr>
        <p:spPr>
          <a:xfrm>
            <a:off x="624840" y="3819208"/>
            <a:ext cx="2391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</a:t>
            </a:r>
            <a:r>
              <a:rPr lang="en-US" altLang="zh-CN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神经网络：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E4F2225-39F3-4987-BCFB-406351AFA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258" y="4225565"/>
            <a:ext cx="3828426" cy="216464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5CE5E33-30F8-4DE9-B208-A52E4CF2E4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523" y="4225565"/>
            <a:ext cx="4191352" cy="216570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696C55B-6AA7-4668-886E-D34EB8A6D525}"/>
              </a:ext>
            </a:extLst>
          </p:cNvPr>
          <p:cNvSpPr txBox="1"/>
          <p:nvPr/>
        </p:nvSpPr>
        <p:spPr>
          <a:xfrm>
            <a:off x="7169150" y="3486144"/>
            <a:ext cx="335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基于形态学的边缘检测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30208F2-66A9-4DDF-90CB-14B4A137A1B5}"/>
              </a:ext>
            </a:extLst>
          </p:cNvPr>
          <p:cNvSpPr txBox="1"/>
          <p:nvPr/>
        </p:nvSpPr>
        <p:spPr>
          <a:xfrm>
            <a:off x="910194" y="3468171"/>
            <a:ext cx="38284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基于维纳滤波和逆滤波的图像还原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19E6E8-434A-4410-A93F-9D79D69E37F7}"/>
              </a:ext>
            </a:extLst>
          </p:cNvPr>
          <p:cNvSpPr txBox="1"/>
          <p:nvPr/>
        </p:nvSpPr>
        <p:spPr>
          <a:xfrm>
            <a:off x="1080363" y="6450965"/>
            <a:ext cx="367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/>
              <a:t>基于</a:t>
            </a:r>
            <a:r>
              <a:rPr lang="en-US" altLang="zh-CN" sz="1600"/>
              <a:t>Resnet</a:t>
            </a:r>
            <a:r>
              <a:rPr lang="zh-CN" altLang="en-US" sz="1600"/>
              <a:t>的</a:t>
            </a:r>
            <a:r>
              <a:rPr lang="en-US" altLang="zh-CN" sz="1600"/>
              <a:t>Pokemon</a:t>
            </a:r>
            <a:r>
              <a:rPr lang="zh-CN" altLang="en-US" sz="1600"/>
              <a:t>数据集分类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C459509-D655-446D-B8AF-8FDA99578736}"/>
              </a:ext>
            </a:extLst>
          </p:cNvPr>
          <p:cNvSpPr txBox="1"/>
          <p:nvPr/>
        </p:nvSpPr>
        <p:spPr>
          <a:xfrm>
            <a:off x="6444273" y="6439717"/>
            <a:ext cx="367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/>
              <a:t>基于</a:t>
            </a:r>
            <a:r>
              <a:rPr lang="en-US" altLang="zh-CN" sz="1600"/>
              <a:t>DenseNet</a:t>
            </a:r>
            <a:r>
              <a:rPr lang="zh-CN" altLang="en-US" sz="1600"/>
              <a:t>的</a:t>
            </a:r>
            <a:r>
              <a:rPr lang="en-US" altLang="zh-CN" sz="1600"/>
              <a:t>Cifar-10</a:t>
            </a:r>
            <a:r>
              <a:rPr lang="zh-CN" altLang="en-US" sz="1600"/>
              <a:t>分类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 flipV="1">
            <a:off x="0" y="-1"/>
            <a:ext cx="1249680" cy="663893"/>
            <a:chOff x="8564880" y="5384482"/>
            <a:chExt cx="2773680" cy="1473519"/>
          </a:xfrm>
        </p:grpSpPr>
        <p:sp>
          <p:nvSpPr>
            <p:cNvPr id="8" name="任意多边形 7"/>
            <p:cNvSpPr/>
            <p:nvPr/>
          </p:nvSpPr>
          <p:spPr>
            <a:xfrm>
              <a:off x="8564880" y="5384482"/>
              <a:ext cx="2773680" cy="1473518"/>
            </a:xfrm>
            <a:custGeom>
              <a:avLst/>
              <a:gdLst>
                <a:gd name="connsiteX0" fmla="*/ 2763520 w 5527040"/>
                <a:gd name="connsiteY0" fmla="*/ 0 h 2936240"/>
                <a:gd name="connsiteX1" fmla="*/ 5527040 w 5527040"/>
                <a:gd name="connsiteY1" fmla="*/ 2936240 h 2936240"/>
                <a:gd name="connsiteX2" fmla="*/ 4828988 w 5527040"/>
                <a:gd name="connsiteY2" fmla="*/ 2936240 h 2936240"/>
                <a:gd name="connsiteX3" fmla="*/ 2763520 w 5527040"/>
                <a:gd name="connsiteY3" fmla="*/ 741680 h 2936240"/>
                <a:gd name="connsiteX4" fmla="*/ 698052 w 5527040"/>
                <a:gd name="connsiteY4" fmla="*/ 2936240 h 2936240"/>
                <a:gd name="connsiteX5" fmla="*/ 0 w 5527040"/>
                <a:gd name="connsiteY5" fmla="*/ 2936240 h 2936240"/>
                <a:gd name="connsiteX6" fmla="*/ 2763520 w 5527040"/>
                <a:gd name="connsiteY6" fmla="*/ 0 h 293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27040" h="2936240">
                  <a:moveTo>
                    <a:pt x="2763520" y="0"/>
                  </a:moveTo>
                  <a:lnTo>
                    <a:pt x="5527040" y="2936240"/>
                  </a:lnTo>
                  <a:lnTo>
                    <a:pt x="4828988" y="2936240"/>
                  </a:lnTo>
                  <a:lnTo>
                    <a:pt x="2763520" y="741680"/>
                  </a:lnTo>
                  <a:lnTo>
                    <a:pt x="698052" y="2936240"/>
                  </a:lnTo>
                  <a:lnTo>
                    <a:pt x="0" y="2936240"/>
                  </a:lnTo>
                  <a:lnTo>
                    <a:pt x="2763520" y="0"/>
                  </a:lnTo>
                  <a:close/>
                </a:path>
              </a:pathLst>
            </a:custGeom>
            <a:solidFill>
              <a:srgbClr val="DE4B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8564880" y="5867137"/>
              <a:ext cx="1865155" cy="990864"/>
            </a:xfrm>
            <a:custGeom>
              <a:avLst/>
              <a:gdLst>
                <a:gd name="connsiteX0" fmla="*/ 2065468 w 4130936"/>
                <a:gd name="connsiteY0" fmla="*/ 0 h 2194560"/>
                <a:gd name="connsiteX1" fmla="*/ 4130936 w 4130936"/>
                <a:gd name="connsiteY1" fmla="*/ 2194560 h 2194560"/>
                <a:gd name="connsiteX2" fmla="*/ 0 w 4130936"/>
                <a:gd name="connsiteY2" fmla="*/ 2194560 h 2194560"/>
                <a:gd name="connsiteX3" fmla="*/ 2065468 w 4130936"/>
                <a:gd name="connsiteY3" fmla="*/ 0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30936" h="2194560">
                  <a:moveTo>
                    <a:pt x="2065468" y="0"/>
                  </a:moveTo>
                  <a:lnTo>
                    <a:pt x="4130936" y="2194560"/>
                  </a:lnTo>
                  <a:lnTo>
                    <a:pt x="0" y="2194560"/>
                  </a:lnTo>
                  <a:lnTo>
                    <a:pt x="2065468" y="0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 flipH="1" flipV="1">
            <a:off x="10908532" y="6248400"/>
            <a:ext cx="1283468" cy="609600"/>
            <a:chOff x="220532" y="0"/>
            <a:chExt cx="5657734" cy="2687216"/>
          </a:xfrm>
        </p:grpSpPr>
        <p:sp>
          <p:nvSpPr>
            <p:cNvPr id="9" name="任意多边形 8"/>
            <p:cNvSpPr/>
            <p:nvPr/>
          </p:nvSpPr>
          <p:spPr>
            <a:xfrm flipV="1">
              <a:off x="220532" y="0"/>
              <a:ext cx="4130936" cy="2194560"/>
            </a:xfrm>
            <a:custGeom>
              <a:avLst/>
              <a:gdLst>
                <a:gd name="connsiteX0" fmla="*/ 2065468 w 4130936"/>
                <a:gd name="connsiteY0" fmla="*/ 0 h 2194560"/>
                <a:gd name="connsiteX1" fmla="*/ 4130936 w 4130936"/>
                <a:gd name="connsiteY1" fmla="*/ 2194560 h 2194560"/>
                <a:gd name="connsiteX2" fmla="*/ 0 w 4130936"/>
                <a:gd name="connsiteY2" fmla="*/ 2194560 h 2194560"/>
                <a:gd name="connsiteX3" fmla="*/ 2065468 w 4130936"/>
                <a:gd name="connsiteY3" fmla="*/ 0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30936" h="2194560">
                  <a:moveTo>
                    <a:pt x="2065468" y="0"/>
                  </a:moveTo>
                  <a:lnTo>
                    <a:pt x="4130936" y="2194560"/>
                  </a:lnTo>
                  <a:lnTo>
                    <a:pt x="0" y="2194560"/>
                  </a:lnTo>
                  <a:lnTo>
                    <a:pt x="2065468" y="0"/>
                  </a:lnTo>
                  <a:close/>
                </a:path>
              </a:pathLst>
            </a:custGeom>
            <a:solidFill>
              <a:srgbClr val="DE4B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 flipV="1">
              <a:off x="819976" y="0"/>
              <a:ext cx="5058290" cy="2687216"/>
            </a:xfrm>
            <a:custGeom>
              <a:avLst/>
              <a:gdLst>
                <a:gd name="connsiteX0" fmla="*/ 0 w 4130936"/>
                <a:gd name="connsiteY0" fmla="*/ 2194560 h 2194560"/>
                <a:gd name="connsiteX1" fmla="*/ 225015 w 4130936"/>
                <a:gd name="connsiteY1" fmla="*/ 2194560 h 2194560"/>
                <a:gd name="connsiteX2" fmla="*/ 2065468 w 4130936"/>
                <a:gd name="connsiteY2" fmla="*/ 239078 h 2194560"/>
                <a:gd name="connsiteX3" fmla="*/ 3905922 w 4130936"/>
                <a:gd name="connsiteY3" fmla="*/ 2194560 h 2194560"/>
                <a:gd name="connsiteX4" fmla="*/ 4130936 w 4130936"/>
                <a:gd name="connsiteY4" fmla="*/ 2194560 h 2194560"/>
                <a:gd name="connsiteX5" fmla="*/ 2065468 w 4130936"/>
                <a:gd name="connsiteY5" fmla="*/ 0 h 2194560"/>
                <a:gd name="connsiteX6" fmla="*/ 0 w 4130936"/>
                <a:gd name="connsiteY6" fmla="*/ 2194560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0936" h="2194560">
                  <a:moveTo>
                    <a:pt x="0" y="2194560"/>
                  </a:moveTo>
                  <a:lnTo>
                    <a:pt x="225015" y="2194560"/>
                  </a:lnTo>
                  <a:lnTo>
                    <a:pt x="2065468" y="239078"/>
                  </a:lnTo>
                  <a:lnTo>
                    <a:pt x="3905922" y="2194560"/>
                  </a:lnTo>
                  <a:lnTo>
                    <a:pt x="4130936" y="2194560"/>
                  </a:lnTo>
                  <a:lnTo>
                    <a:pt x="2065468" y="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76"/>
          <p:cNvSpPr txBox="1"/>
          <p:nvPr/>
        </p:nvSpPr>
        <p:spPr>
          <a:xfrm>
            <a:off x="5756628" y="19289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</a:t>
            </a:r>
            <a:endParaRPr lang="zh-CN" altLang="en-US" sz="2000" dirty="0">
              <a:solidFill>
                <a:srgbClr val="DE4B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07448" y="527040"/>
            <a:ext cx="3195994" cy="281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05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</a:t>
            </a:r>
            <a:endParaRPr lang="en-US" altLang="zh-CN" sz="1050" dirty="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5987601" y="829991"/>
            <a:ext cx="235688" cy="0"/>
          </a:xfrm>
          <a:prstGeom prst="line">
            <a:avLst/>
          </a:prstGeom>
          <a:ln w="22225" cap="rnd">
            <a:solidFill>
              <a:srgbClr val="DE4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388BF00-F0E3-4508-B0F7-4B5BE6A12E75}"/>
              </a:ext>
            </a:extLst>
          </p:cNvPr>
          <p:cNvSpPr txBox="1"/>
          <p:nvPr/>
        </p:nvSpPr>
        <p:spPr>
          <a:xfrm>
            <a:off x="624840" y="894966"/>
            <a:ext cx="1826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阅读</a:t>
            </a:r>
            <a:r>
              <a:rPr lang="en-US" altLang="zh-CN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整理文献：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7F9785-C9F3-40AD-A767-7AC11E7231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2" b="9433"/>
          <a:stretch/>
        </p:blipFill>
        <p:spPr>
          <a:xfrm>
            <a:off x="710941" y="1318160"/>
            <a:ext cx="3911859" cy="13742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F42FEF3-F604-4A84-B492-61C5254A208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" t="16600" r="-30" b="50000"/>
          <a:stretch/>
        </p:blipFill>
        <p:spPr>
          <a:xfrm>
            <a:off x="5207000" y="1306201"/>
            <a:ext cx="5472126" cy="1374234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48639981-0A69-4C1E-86A5-AD7E33B59113}"/>
              </a:ext>
            </a:extLst>
          </p:cNvPr>
          <p:cNvSpPr txBox="1"/>
          <p:nvPr/>
        </p:nvSpPr>
        <p:spPr>
          <a:xfrm>
            <a:off x="710941" y="2799549"/>
            <a:ext cx="1826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肝脏分割：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C929F24-224A-4F2E-B25C-04A08B7DC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91" y="3313966"/>
            <a:ext cx="5037514" cy="2007688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FC226716-4675-45BC-87E6-2A78A9B88A3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350" y="3347649"/>
            <a:ext cx="2020423" cy="2020423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D1F983E6-F62F-41E7-92B1-C0BF9FCE0F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051" y="3347650"/>
            <a:ext cx="2716535" cy="2020423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F88870DE-C41A-4ACB-A642-CC1F2E1A0882}"/>
              </a:ext>
            </a:extLst>
          </p:cNvPr>
          <p:cNvSpPr txBox="1"/>
          <p:nvPr/>
        </p:nvSpPr>
        <p:spPr>
          <a:xfrm>
            <a:off x="710940" y="5539840"/>
            <a:ext cx="64010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其他：</a:t>
            </a:r>
            <a:endParaRPr lang="en-US" altLang="zh-CN">
              <a:solidFill>
                <a:srgbClr val="DE4B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solidFill>
                <a:srgbClr val="DE4B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学习软件：</a:t>
            </a:r>
            <a:r>
              <a:rPr lang="en-US" altLang="zh-CN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 </a:t>
            </a:r>
            <a:r>
              <a:rPr lang="zh-CN" altLang="en-US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Anaconda</a:t>
            </a:r>
            <a:r>
              <a:rPr lang="zh-CN" altLang="en-US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Pycharm</a:t>
            </a:r>
            <a:endParaRPr lang="zh-CN" altLang="en-US">
              <a:solidFill>
                <a:srgbClr val="DE4B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/>
        </p:nvSpPr>
        <p:spPr>
          <a:xfrm flipV="1">
            <a:off x="1730671" y="0"/>
            <a:ext cx="4492591" cy="2386690"/>
          </a:xfrm>
          <a:custGeom>
            <a:avLst/>
            <a:gdLst>
              <a:gd name="connsiteX0" fmla="*/ 2763520 w 5527040"/>
              <a:gd name="connsiteY0" fmla="*/ 0 h 2936240"/>
              <a:gd name="connsiteX1" fmla="*/ 5527040 w 5527040"/>
              <a:gd name="connsiteY1" fmla="*/ 2936240 h 2936240"/>
              <a:gd name="connsiteX2" fmla="*/ 4828988 w 5527040"/>
              <a:gd name="connsiteY2" fmla="*/ 2936240 h 2936240"/>
              <a:gd name="connsiteX3" fmla="*/ 2763520 w 5527040"/>
              <a:gd name="connsiteY3" fmla="*/ 741680 h 2936240"/>
              <a:gd name="connsiteX4" fmla="*/ 698052 w 5527040"/>
              <a:gd name="connsiteY4" fmla="*/ 2936240 h 2936240"/>
              <a:gd name="connsiteX5" fmla="*/ 0 w 5527040"/>
              <a:gd name="connsiteY5" fmla="*/ 2936240 h 2936240"/>
              <a:gd name="connsiteX6" fmla="*/ 2763520 w 5527040"/>
              <a:gd name="connsiteY6" fmla="*/ 0 h 2936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7040" h="2936240">
                <a:moveTo>
                  <a:pt x="2763520" y="0"/>
                </a:moveTo>
                <a:lnTo>
                  <a:pt x="5527040" y="2936240"/>
                </a:lnTo>
                <a:lnTo>
                  <a:pt x="4828988" y="2936240"/>
                </a:lnTo>
                <a:lnTo>
                  <a:pt x="2763520" y="741680"/>
                </a:lnTo>
                <a:lnTo>
                  <a:pt x="698052" y="2936240"/>
                </a:lnTo>
                <a:lnTo>
                  <a:pt x="0" y="2936240"/>
                </a:lnTo>
                <a:lnTo>
                  <a:pt x="2763520" y="0"/>
                </a:lnTo>
                <a:close/>
              </a:path>
            </a:pathLst>
          </a:custGeom>
          <a:solidFill>
            <a:srgbClr val="DE4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/>
        </p:nvSpPr>
        <p:spPr>
          <a:xfrm flipV="1">
            <a:off x="3241512" y="0"/>
            <a:ext cx="1470909" cy="781420"/>
          </a:xfrm>
          <a:custGeom>
            <a:avLst/>
            <a:gdLst>
              <a:gd name="connsiteX0" fmla="*/ 2065468 w 4130936"/>
              <a:gd name="connsiteY0" fmla="*/ 0 h 2194560"/>
              <a:gd name="connsiteX1" fmla="*/ 4130936 w 4130936"/>
              <a:gd name="connsiteY1" fmla="*/ 2194560 h 2194560"/>
              <a:gd name="connsiteX2" fmla="*/ 0 w 4130936"/>
              <a:gd name="connsiteY2" fmla="*/ 2194560 h 2194560"/>
              <a:gd name="connsiteX3" fmla="*/ 2065468 w 4130936"/>
              <a:gd name="connsiteY3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936" h="2194560">
                <a:moveTo>
                  <a:pt x="2065468" y="0"/>
                </a:moveTo>
                <a:lnTo>
                  <a:pt x="4130936" y="2194560"/>
                </a:lnTo>
                <a:lnTo>
                  <a:pt x="0" y="2194560"/>
                </a:lnTo>
                <a:lnTo>
                  <a:pt x="2065468" y="0"/>
                </a:lnTo>
                <a:close/>
              </a:path>
            </a:pathLst>
          </a:custGeom>
          <a:solidFill>
            <a:srgbClr val="5A5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6096000" y="4663440"/>
            <a:ext cx="4130936" cy="2194560"/>
          </a:xfrm>
          <a:custGeom>
            <a:avLst/>
            <a:gdLst>
              <a:gd name="connsiteX0" fmla="*/ 2065468 w 4130936"/>
              <a:gd name="connsiteY0" fmla="*/ 0 h 2194560"/>
              <a:gd name="connsiteX1" fmla="*/ 4130936 w 4130936"/>
              <a:gd name="connsiteY1" fmla="*/ 2194560 h 2194560"/>
              <a:gd name="connsiteX2" fmla="*/ 0 w 4130936"/>
              <a:gd name="connsiteY2" fmla="*/ 2194560 h 2194560"/>
              <a:gd name="connsiteX3" fmla="*/ 2065468 w 4130936"/>
              <a:gd name="connsiteY3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936" h="2194560">
                <a:moveTo>
                  <a:pt x="2065468" y="0"/>
                </a:moveTo>
                <a:lnTo>
                  <a:pt x="4130936" y="2194560"/>
                </a:lnTo>
                <a:lnTo>
                  <a:pt x="0" y="2194560"/>
                </a:lnTo>
                <a:lnTo>
                  <a:pt x="2065468" y="0"/>
                </a:lnTo>
                <a:close/>
              </a:path>
            </a:pathLst>
          </a:custGeom>
          <a:solidFill>
            <a:srgbClr val="DE4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695440" y="4288790"/>
            <a:ext cx="4836160" cy="2569210"/>
          </a:xfrm>
          <a:custGeom>
            <a:avLst/>
            <a:gdLst>
              <a:gd name="connsiteX0" fmla="*/ 0 w 4130936"/>
              <a:gd name="connsiteY0" fmla="*/ 2194560 h 2194560"/>
              <a:gd name="connsiteX1" fmla="*/ 225015 w 4130936"/>
              <a:gd name="connsiteY1" fmla="*/ 2194560 h 2194560"/>
              <a:gd name="connsiteX2" fmla="*/ 2065468 w 4130936"/>
              <a:gd name="connsiteY2" fmla="*/ 239078 h 2194560"/>
              <a:gd name="connsiteX3" fmla="*/ 3905922 w 4130936"/>
              <a:gd name="connsiteY3" fmla="*/ 2194560 h 2194560"/>
              <a:gd name="connsiteX4" fmla="*/ 4130936 w 4130936"/>
              <a:gd name="connsiteY4" fmla="*/ 2194560 h 2194560"/>
              <a:gd name="connsiteX5" fmla="*/ 2065468 w 4130936"/>
              <a:gd name="connsiteY5" fmla="*/ 0 h 2194560"/>
              <a:gd name="connsiteX6" fmla="*/ 0 w 4130936"/>
              <a:gd name="connsiteY6" fmla="*/ 219456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0936" h="2194560">
                <a:moveTo>
                  <a:pt x="0" y="2194560"/>
                </a:moveTo>
                <a:lnTo>
                  <a:pt x="225015" y="2194560"/>
                </a:lnTo>
                <a:lnTo>
                  <a:pt x="2065468" y="239078"/>
                </a:lnTo>
                <a:lnTo>
                  <a:pt x="3905922" y="2194560"/>
                </a:lnTo>
                <a:lnTo>
                  <a:pt x="4130936" y="2194560"/>
                </a:lnTo>
                <a:lnTo>
                  <a:pt x="2065468" y="0"/>
                </a:lnTo>
                <a:lnTo>
                  <a:pt x="0" y="2194560"/>
                </a:lnTo>
                <a:close/>
              </a:path>
            </a:pathLst>
          </a:custGeom>
          <a:solidFill>
            <a:srgbClr val="5A5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142053" y="3672473"/>
            <a:ext cx="1907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Follow-up Plan</a:t>
            </a:r>
            <a:endParaRPr lang="en-US" altLang="zh-CN" dirty="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76"/>
          <p:cNvSpPr txBox="1"/>
          <p:nvPr/>
        </p:nvSpPr>
        <p:spPr>
          <a:xfrm>
            <a:off x="4323047" y="3211555"/>
            <a:ext cx="3545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后续计划</a:t>
            </a:r>
            <a:endParaRPr lang="zh-CN" altLang="en-US" sz="2800" dirty="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76"/>
          <p:cNvSpPr txBox="1"/>
          <p:nvPr/>
        </p:nvSpPr>
        <p:spPr>
          <a:xfrm>
            <a:off x="4419597" y="2239727"/>
            <a:ext cx="3352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TWO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5968738" y="3175229"/>
            <a:ext cx="254524" cy="0"/>
          </a:xfrm>
          <a:prstGeom prst="line">
            <a:avLst/>
          </a:prstGeom>
          <a:ln w="22225" cap="rnd">
            <a:solidFill>
              <a:srgbClr val="DE4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 flipV="1">
            <a:off x="0" y="-1"/>
            <a:ext cx="1249680" cy="663893"/>
            <a:chOff x="8564880" y="5384482"/>
            <a:chExt cx="2773680" cy="1473519"/>
          </a:xfrm>
        </p:grpSpPr>
        <p:sp>
          <p:nvSpPr>
            <p:cNvPr id="8" name="任意多边形 7"/>
            <p:cNvSpPr/>
            <p:nvPr/>
          </p:nvSpPr>
          <p:spPr>
            <a:xfrm>
              <a:off x="8564880" y="5384482"/>
              <a:ext cx="2773680" cy="1473518"/>
            </a:xfrm>
            <a:custGeom>
              <a:avLst/>
              <a:gdLst>
                <a:gd name="connsiteX0" fmla="*/ 2763520 w 5527040"/>
                <a:gd name="connsiteY0" fmla="*/ 0 h 2936240"/>
                <a:gd name="connsiteX1" fmla="*/ 5527040 w 5527040"/>
                <a:gd name="connsiteY1" fmla="*/ 2936240 h 2936240"/>
                <a:gd name="connsiteX2" fmla="*/ 4828988 w 5527040"/>
                <a:gd name="connsiteY2" fmla="*/ 2936240 h 2936240"/>
                <a:gd name="connsiteX3" fmla="*/ 2763520 w 5527040"/>
                <a:gd name="connsiteY3" fmla="*/ 741680 h 2936240"/>
                <a:gd name="connsiteX4" fmla="*/ 698052 w 5527040"/>
                <a:gd name="connsiteY4" fmla="*/ 2936240 h 2936240"/>
                <a:gd name="connsiteX5" fmla="*/ 0 w 5527040"/>
                <a:gd name="connsiteY5" fmla="*/ 2936240 h 2936240"/>
                <a:gd name="connsiteX6" fmla="*/ 2763520 w 5527040"/>
                <a:gd name="connsiteY6" fmla="*/ 0 h 293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27040" h="2936240">
                  <a:moveTo>
                    <a:pt x="2763520" y="0"/>
                  </a:moveTo>
                  <a:lnTo>
                    <a:pt x="5527040" y="2936240"/>
                  </a:lnTo>
                  <a:lnTo>
                    <a:pt x="4828988" y="2936240"/>
                  </a:lnTo>
                  <a:lnTo>
                    <a:pt x="2763520" y="741680"/>
                  </a:lnTo>
                  <a:lnTo>
                    <a:pt x="698052" y="2936240"/>
                  </a:lnTo>
                  <a:lnTo>
                    <a:pt x="0" y="2936240"/>
                  </a:lnTo>
                  <a:lnTo>
                    <a:pt x="2763520" y="0"/>
                  </a:lnTo>
                  <a:close/>
                </a:path>
              </a:pathLst>
            </a:custGeom>
            <a:solidFill>
              <a:srgbClr val="DE4B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8564880" y="5867137"/>
              <a:ext cx="1865155" cy="990864"/>
            </a:xfrm>
            <a:custGeom>
              <a:avLst/>
              <a:gdLst>
                <a:gd name="connsiteX0" fmla="*/ 2065468 w 4130936"/>
                <a:gd name="connsiteY0" fmla="*/ 0 h 2194560"/>
                <a:gd name="connsiteX1" fmla="*/ 4130936 w 4130936"/>
                <a:gd name="connsiteY1" fmla="*/ 2194560 h 2194560"/>
                <a:gd name="connsiteX2" fmla="*/ 0 w 4130936"/>
                <a:gd name="connsiteY2" fmla="*/ 2194560 h 2194560"/>
                <a:gd name="connsiteX3" fmla="*/ 2065468 w 4130936"/>
                <a:gd name="connsiteY3" fmla="*/ 0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30936" h="2194560">
                  <a:moveTo>
                    <a:pt x="2065468" y="0"/>
                  </a:moveTo>
                  <a:lnTo>
                    <a:pt x="4130936" y="2194560"/>
                  </a:lnTo>
                  <a:lnTo>
                    <a:pt x="0" y="2194560"/>
                  </a:lnTo>
                  <a:lnTo>
                    <a:pt x="2065468" y="0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 flipH="1" flipV="1">
            <a:off x="10908532" y="6248400"/>
            <a:ext cx="1283468" cy="609600"/>
            <a:chOff x="220532" y="0"/>
            <a:chExt cx="5657734" cy="2687216"/>
          </a:xfrm>
        </p:grpSpPr>
        <p:sp>
          <p:nvSpPr>
            <p:cNvPr id="9" name="任意多边形 8"/>
            <p:cNvSpPr/>
            <p:nvPr/>
          </p:nvSpPr>
          <p:spPr>
            <a:xfrm flipV="1">
              <a:off x="220532" y="0"/>
              <a:ext cx="4130936" cy="2194560"/>
            </a:xfrm>
            <a:custGeom>
              <a:avLst/>
              <a:gdLst>
                <a:gd name="connsiteX0" fmla="*/ 2065468 w 4130936"/>
                <a:gd name="connsiteY0" fmla="*/ 0 h 2194560"/>
                <a:gd name="connsiteX1" fmla="*/ 4130936 w 4130936"/>
                <a:gd name="connsiteY1" fmla="*/ 2194560 h 2194560"/>
                <a:gd name="connsiteX2" fmla="*/ 0 w 4130936"/>
                <a:gd name="connsiteY2" fmla="*/ 2194560 h 2194560"/>
                <a:gd name="connsiteX3" fmla="*/ 2065468 w 4130936"/>
                <a:gd name="connsiteY3" fmla="*/ 0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30936" h="2194560">
                  <a:moveTo>
                    <a:pt x="2065468" y="0"/>
                  </a:moveTo>
                  <a:lnTo>
                    <a:pt x="4130936" y="2194560"/>
                  </a:lnTo>
                  <a:lnTo>
                    <a:pt x="0" y="2194560"/>
                  </a:lnTo>
                  <a:lnTo>
                    <a:pt x="2065468" y="0"/>
                  </a:lnTo>
                  <a:close/>
                </a:path>
              </a:pathLst>
            </a:custGeom>
            <a:solidFill>
              <a:srgbClr val="DE4B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 flipV="1">
              <a:off x="819976" y="0"/>
              <a:ext cx="5058290" cy="2687216"/>
            </a:xfrm>
            <a:custGeom>
              <a:avLst/>
              <a:gdLst>
                <a:gd name="connsiteX0" fmla="*/ 0 w 4130936"/>
                <a:gd name="connsiteY0" fmla="*/ 2194560 h 2194560"/>
                <a:gd name="connsiteX1" fmla="*/ 225015 w 4130936"/>
                <a:gd name="connsiteY1" fmla="*/ 2194560 h 2194560"/>
                <a:gd name="connsiteX2" fmla="*/ 2065468 w 4130936"/>
                <a:gd name="connsiteY2" fmla="*/ 239078 h 2194560"/>
                <a:gd name="connsiteX3" fmla="*/ 3905922 w 4130936"/>
                <a:gd name="connsiteY3" fmla="*/ 2194560 h 2194560"/>
                <a:gd name="connsiteX4" fmla="*/ 4130936 w 4130936"/>
                <a:gd name="connsiteY4" fmla="*/ 2194560 h 2194560"/>
                <a:gd name="connsiteX5" fmla="*/ 2065468 w 4130936"/>
                <a:gd name="connsiteY5" fmla="*/ 0 h 2194560"/>
                <a:gd name="connsiteX6" fmla="*/ 0 w 4130936"/>
                <a:gd name="connsiteY6" fmla="*/ 2194560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0936" h="2194560">
                  <a:moveTo>
                    <a:pt x="0" y="2194560"/>
                  </a:moveTo>
                  <a:lnTo>
                    <a:pt x="225015" y="2194560"/>
                  </a:lnTo>
                  <a:lnTo>
                    <a:pt x="2065468" y="239078"/>
                  </a:lnTo>
                  <a:lnTo>
                    <a:pt x="3905922" y="2194560"/>
                  </a:lnTo>
                  <a:lnTo>
                    <a:pt x="4130936" y="2194560"/>
                  </a:lnTo>
                  <a:lnTo>
                    <a:pt x="2065468" y="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76"/>
          <p:cNvSpPr txBox="1"/>
          <p:nvPr/>
        </p:nvSpPr>
        <p:spPr>
          <a:xfrm>
            <a:off x="5115431" y="192896"/>
            <a:ext cx="1980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后续目标和计划</a:t>
            </a:r>
            <a:endParaRPr lang="zh-CN" altLang="en-US" sz="2000" dirty="0">
              <a:solidFill>
                <a:srgbClr val="DE4B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07448" y="527040"/>
            <a:ext cx="3195994" cy="281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05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Follow-up target and plan</a:t>
            </a:r>
            <a:endParaRPr lang="en-US" altLang="zh-CN" sz="1050" dirty="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5987601" y="829991"/>
            <a:ext cx="235688" cy="0"/>
          </a:xfrm>
          <a:prstGeom prst="line">
            <a:avLst/>
          </a:prstGeom>
          <a:ln w="22225" cap="rnd">
            <a:solidFill>
              <a:srgbClr val="DE4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8"/>
          <p:cNvSpPr/>
          <p:nvPr/>
        </p:nvSpPr>
        <p:spPr bwMode="auto">
          <a:xfrm>
            <a:off x="5309021" y="2686659"/>
            <a:ext cx="1025219" cy="1185661"/>
          </a:xfrm>
          <a:custGeom>
            <a:avLst/>
            <a:gdLst>
              <a:gd name="T0" fmla="*/ 1130 w 2260"/>
              <a:gd name="T1" fmla="*/ 0 h 2610"/>
              <a:gd name="T2" fmla="*/ 1695 w 2260"/>
              <a:gd name="T3" fmla="*/ 326 h 2610"/>
              <a:gd name="T4" fmla="*/ 2260 w 2260"/>
              <a:gd name="T5" fmla="*/ 652 h 2610"/>
              <a:gd name="T6" fmla="*/ 2260 w 2260"/>
              <a:gd name="T7" fmla="*/ 1305 h 2610"/>
              <a:gd name="T8" fmla="*/ 2260 w 2260"/>
              <a:gd name="T9" fmla="*/ 1957 h 2610"/>
              <a:gd name="T10" fmla="*/ 1695 w 2260"/>
              <a:gd name="T11" fmla="*/ 2283 h 2610"/>
              <a:gd name="T12" fmla="*/ 1130 w 2260"/>
              <a:gd name="T13" fmla="*/ 2610 h 2610"/>
              <a:gd name="T14" fmla="*/ 565 w 2260"/>
              <a:gd name="T15" fmla="*/ 2283 h 2610"/>
              <a:gd name="T16" fmla="*/ 0 w 2260"/>
              <a:gd name="T17" fmla="*/ 1957 h 2610"/>
              <a:gd name="T18" fmla="*/ 0 w 2260"/>
              <a:gd name="T19" fmla="*/ 1305 h 2610"/>
              <a:gd name="T20" fmla="*/ 0 w 2260"/>
              <a:gd name="T21" fmla="*/ 652 h 2610"/>
              <a:gd name="T22" fmla="*/ 565 w 2260"/>
              <a:gd name="T23" fmla="*/ 326 h 2610"/>
              <a:gd name="T24" fmla="*/ 1130 w 2260"/>
              <a:gd name="T25" fmla="*/ 0 h 2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0" h="2610">
                <a:moveTo>
                  <a:pt x="1130" y="0"/>
                </a:moveTo>
                <a:lnTo>
                  <a:pt x="1695" y="326"/>
                </a:lnTo>
                <a:lnTo>
                  <a:pt x="2260" y="652"/>
                </a:lnTo>
                <a:lnTo>
                  <a:pt x="2260" y="1305"/>
                </a:lnTo>
                <a:lnTo>
                  <a:pt x="2260" y="1957"/>
                </a:lnTo>
                <a:lnTo>
                  <a:pt x="1695" y="2283"/>
                </a:lnTo>
                <a:lnTo>
                  <a:pt x="1130" y="2610"/>
                </a:lnTo>
                <a:lnTo>
                  <a:pt x="565" y="2283"/>
                </a:lnTo>
                <a:lnTo>
                  <a:pt x="0" y="1957"/>
                </a:lnTo>
                <a:lnTo>
                  <a:pt x="0" y="1305"/>
                </a:lnTo>
                <a:lnTo>
                  <a:pt x="0" y="652"/>
                </a:lnTo>
                <a:lnTo>
                  <a:pt x="565" y="326"/>
                </a:lnTo>
                <a:lnTo>
                  <a:pt x="1130" y="0"/>
                </a:lnTo>
                <a:close/>
              </a:path>
            </a:pathLst>
          </a:custGeom>
          <a:solidFill>
            <a:srgbClr val="5A5A5A"/>
          </a:solidFill>
          <a:ln w="19050">
            <a:noFill/>
          </a:ln>
          <a:effectLst/>
        </p:spPr>
        <p:txBody>
          <a:bodyPr vert="horz" wrap="square" lIns="68571" tIns="34285" rIns="68571" bIns="34285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2" name="Freeform 8"/>
          <p:cNvSpPr/>
          <p:nvPr/>
        </p:nvSpPr>
        <p:spPr bwMode="auto">
          <a:xfrm>
            <a:off x="6411822" y="2686659"/>
            <a:ext cx="1025219" cy="1185661"/>
          </a:xfrm>
          <a:custGeom>
            <a:avLst/>
            <a:gdLst>
              <a:gd name="T0" fmla="*/ 1130 w 2260"/>
              <a:gd name="T1" fmla="*/ 0 h 2610"/>
              <a:gd name="T2" fmla="*/ 1695 w 2260"/>
              <a:gd name="T3" fmla="*/ 326 h 2610"/>
              <a:gd name="T4" fmla="*/ 2260 w 2260"/>
              <a:gd name="T5" fmla="*/ 652 h 2610"/>
              <a:gd name="T6" fmla="*/ 2260 w 2260"/>
              <a:gd name="T7" fmla="*/ 1305 h 2610"/>
              <a:gd name="T8" fmla="*/ 2260 w 2260"/>
              <a:gd name="T9" fmla="*/ 1957 h 2610"/>
              <a:gd name="T10" fmla="*/ 1695 w 2260"/>
              <a:gd name="T11" fmla="*/ 2283 h 2610"/>
              <a:gd name="T12" fmla="*/ 1130 w 2260"/>
              <a:gd name="T13" fmla="*/ 2610 h 2610"/>
              <a:gd name="T14" fmla="*/ 565 w 2260"/>
              <a:gd name="T15" fmla="*/ 2283 h 2610"/>
              <a:gd name="T16" fmla="*/ 0 w 2260"/>
              <a:gd name="T17" fmla="*/ 1957 h 2610"/>
              <a:gd name="T18" fmla="*/ 0 w 2260"/>
              <a:gd name="T19" fmla="*/ 1305 h 2610"/>
              <a:gd name="T20" fmla="*/ 0 w 2260"/>
              <a:gd name="T21" fmla="*/ 652 h 2610"/>
              <a:gd name="T22" fmla="*/ 565 w 2260"/>
              <a:gd name="T23" fmla="*/ 326 h 2610"/>
              <a:gd name="T24" fmla="*/ 1130 w 2260"/>
              <a:gd name="T25" fmla="*/ 0 h 2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0" h="2610">
                <a:moveTo>
                  <a:pt x="1130" y="0"/>
                </a:moveTo>
                <a:lnTo>
                  <a:pt x="1695" y="326"/>
                </a:lnTo>
                <a:lnTo>
                  <a:pt x="2260" y="652"/>
                </a:lnTo>
                <a:lnTo>
                  <a:pt x="2260" y="1305"/>
                </a:lnTo>
                <a:lnTo>
                  <a:pt x="2260" y="1957"/>
                </a:lnTo>
                <a:lnTo>
                  <a:pt x="1695" y="2283"/>
                </a:lnTo>
                <a:lnTo>
                  <a:pt x="1130" y="2610"/>
                </a:lnTo>
                <a:lnTo>
                  <a:pt x="565" y="2283"/>
                </a:lnTo>
                <a:lnTo>
                  <a:pt x="0" y="1957"/>
                </a:lnTo>
                <a:lnTo>
                  <a:pt x="0" y="1305"/>
                </a:lnTo>
                <a:lnTo>
                  <a:pt x="0" y="652"/>
                </a:lnTo>
                <a:lnTo>
                  <a:pt x="565" y="326"/>
                </a:lnTo>
                <a:lnTo>
                  <a:pt x="1130" y="0"/>
                </a:lnTo>
                <a:close/>
              </a:path>
            </a:pathLst>
          </a:custGeom>
          <a:solidFill>
            <a:srgbClr val="DE4B5D"/>
          </a:solidFill>
          <a:ln w="19050">
            <a:noFill/>
          </a:ln>
          <a:effectLst/>
        </p:spPr>
        <p:txBody>
          <a:bodyPr vert="horz" wrap="square" lIns="68571" tIns="34285" rIns="68571" bIns="34285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6" name="Freeform 8"/>
          <p:cNvSpPr/>
          <p:nvPr/>
        </p:nvSpPr>
        <p:spPr bwMode="auto">
          <a:xfrm>
            <a:off x="4754960" y="3632504"/>
            <a:ext cx="1025219" cy="1185661"/>
          </a:xfrm>
          <a:custGeom>
            <a:avLst/>
            <a:gdLst>
              <a:gd name="T0" fmla="*/ 1130 w 2260"/>
              <a:gd name="T1" fmla="*/ 0 h 2610"/>
              <a:gd name="T2" fmla="*/ 1695 w 2260"/>
              <a:gd name="T3" fmla="*/ 326 h 2610"/>
              <a:gd name="T4" fmla="*/ 2260 w 2260"/>
              <a:gd name="T5" fmla="*/ 652 h 2610"/>
              <a:gd name="T6" fmla="*/ 2260 w 2260"/>
              <a:gd name="T7" fmla="*/ 1305 h 2610"/>
              <a:gd name="T8" fmla="*/ 2260 w 2260"/>
              <a:gd name="T9" fmla="*/ 1957 h 2610"/>
              <a:gd name="T10" fmla="*/ 1695 w 2260"/>
              <a:gd name="T11" fmla="*/ 2283 h 2610"/>
              <a:gd name="T12" fmla="*/ 1130 w 2260"/>
              <a:gd name="T13" fmla="*/ 2610 h 2610"/>
              <a:gd name="T14" fmla="*/ 565 w 2260"/>
              <a:gd name="T15" fmla="*/ 2283 h 2610"/>
              <a:gd name="T16" fmla="*/ 0 w 2260"/>
              <a:gd name="T17" fmla="*/ 1957 h 2610"/>
              <a:gd name="T18" fmla="*/ 0 w 2260"/>
              <a:gd name="T19" fmla="*/ 1305 h 2610"/>
              <a:gd name="T20" fmla="*/ 0 w 2260"/>
              <a:gd name="T21" fmla="*/ 652 h 2610"/>
              <a:gd name="T22" fmla="*/ 565 w 2260"/>
              <a:gd name="T23" fmla="*/ 326 h 2610"/>
              <a:gd name="T24" fmla="*/ 1130 w 2260"/>
              <a:gd name="T25" fmla="*/ 0 h 2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0" h="2610">
                <a:moveTo>
                  <a:pt x="1130" y="0"/>
                </a:moveTo>
                <a:lnTo>
                  <a:pt x="1695" y="326"/>
                </a:lnTo>
                <a:lnTo>
                  <a:pt x="2260" y="652"/>
                </a:lnTo>
                <a:lnTo>
                  <a:pt x="2260" y="1305"/>
                </a:lnTo>
                <a:lnTo>
                  <a:pt x="2260" y="1957"/>
                </a:lnTo>
                <a:lnTo>
                  <a:pt x="1695" y="2283"/>
                </a:lnTo>
                <a:lnTo>
                  <a:pt x="1130" y="2610"/>
                </a:lnTo>
                <a:lnTo>
                  <a:pt x="565" y="2283"/>
                </a:lnTo>
                <a:lnTo>
                  <a:pt x="0" y="1957"/>
                </a:lnTo>
                <a:lnTo>
                  <a:pt x="0" y="1305"/>
                </a:lnTo>
                <a:lnTo>
                  <a:pt x="0" y="652"/>
                </a:lnTo>
                <a:lnTo>
                  <a:pt x="565" y="326"/>
                </a:lnTo>
                <a:lnTo>
                  <a:pt x="1130" y="0"/>
                </a:lnTo>
                <a:close/>
              </a:path>
            </a:pathLst>
          </a:custGeom>
          <a:solidFill>
            <a:srgbClr val="DE4B5D"/>
          </a:solidFill>
          <a:ln w="19050">
            <a:noFill/>
          </a:ln>
          <a:effectLst/>
        </p:spPr>
        <p:txBody>
          <a:bodyPr vert="horz" wrap="square" lIns="68571" tIns="34285" rIns="68571" bIns="34285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7" name="Freeform 8"/>
          <p:cNvSpPr/>
          <p:nvPr/>
        </p:nvSpPr>
        <p:spPr bwMode="auto">
          <a:xfrm>
            <a:off x="5857761" y="3632504"/>
            <a:ext cx="1025219" cy="1185661"/>
          </a:xfrm>
          <a:custGeom>
            <a:avLst/>
            <a:gdLst>
              <a:gd name="T0" fmla="*/ 1130 w 2260"/>
              <a:gd name="T1" fmla="*/ 0 h 2610"/>
              <a:gd name="T2" fmla="*/ 1695 w 2260"/>
              <a:gd name="T3" fmla="*/ 326 h 2610"/>
              <a:gd name="T4" fmla="*/ 2260 w 2260"/>
              <a:gd name="T5" fmla="*/ 652 h 2610"/>
              <a:gd name="T6" fmla="*/ 2260 w 2260"/>
              <a:gd name="T7" fmla="*/ 1305 h 2610"/>
              <a:gd name="T8" fmla="*/ 2260 w 2260"/>
              <a:gd name="T9" fmla="*/ 1957 h 2610"/>
              <a:gd name="T10" fmla="*/ 1695 w 2260"/>
              <a:gd name="T11" fmla="*/ 2283 h 2610"/>
              <a:gd name="T12" fmla="*/ 1130 w 2260"/>
              <a:gd name="T13" fmla="*/ 2610 h 2610"/>
              <a:gd name="T14" fmla="*/ 565 w 2260"/>
              <a:gd name="T15" fmla="*/ 2283 h 2610"/>
              <a:gd name="T16" fmla="*/ 0 w 2260"/>
              <a:gd name="T17" fmla="*/ 1957 h 2610"/>
              <a:gd name="T18" fmla="*/ 0 w 2260"/>
              <a:gd name="T19" fmla="*/ 1305 h 2610"/>
              <a:gd name="T20" fmla="*/ 0 w 2260"/>
              <a:gd name="T21" fmla="*/ 652 h 2610"/>
              <a:gd name="T22" fmla="*/ 565 w 2260"/>
              <a:gd name="T23" fmla="*/ 326 h 2610"/>
              <a:gd name="T24" fmla="*/ 1130 w 2260"/>
              <a:gd name="T25" fmla="*/ 0 h 2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0" h="2610">
                <a:moveTo>
                  <a:pt x="1130" y="0"/>
                </a:moveTo>
                <a:lnTo>
                  <a:pt x="1695" y="326"/>
                </a:lnTo>
                <a:lnTo>
                  <a:pt x="2260" y="652"/>
                </a:lnTo>
                <a:lnTo>
                  <a:pt x="2260" y="1305"/>
                </a:lnTo>
                <a:lnTo>
                  <a:pt x="2260" y="1957"/>
                </a:lnTo>
                <a:lnTo>
                  <a:pt x="1695" y="2283"/>
                </a:lnTo>
                <a:lnTo>
                  <a:pt x="1130" y="2610"/>
                </a:lnTo>
                <a:lnTo>
                  <a:pt x="565" y="2283"/>
                </a:lnTo>
                <a:lnTo>
                  <a:pt x="0" y="1957"/>
                </a:lnTo>
                <a:lnTo>
                  <a:pt x="0" y="1305"/>
                </a:lnTo>
                <a:lnTo>
                  <a:pt x="0" y="652"/>
                </a:lnTo>
                <a:lnTo>
                  <a:pt x="565" y="326"/>
                </a:lnTo>
                <a:lnTo>
                  <a:pt x="1130" y="0"/>
                </a:lnTo>
                <a:close/>
              </a:path>
            </a:pathLst>
          </a:custGeom>
          <a:solidFill>
            <a:srgbClr val="5A5A5A"/>
          </a:solidFill>
          <a:ln w="19050">
            <a:noFill/>
          </a:ln>
          <a:effectLst/>
        </p:spPr>
        <p:txBody>
          <a:bodyPr vert="horz" wrap="square" lIns="68571" tIns="34285" rIns="68571" bIns="34285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8" name="Freeform 14"/>
          <p:cNvSpPr>
            <a:spLocks noEditPoints="1"/>
          </p:cNvSpPr>
          <p:nvPr/>
        </p:nvSpPr>
        <p:spPr bwMode="auto">
          <a:xfrm>
            <a:off x="5655005" y="3002314"/>
            <a:ext cx="327928" cy="447732"/>
          </a:xfrm>
          <a:custGeom>
            <a:avLst/>
            <a:gdLst>
              <a:gd name="T0" fmla="*/ 95 w 723"/>
              <a:gd name="T1" fmla="*/ 160 h 986"/>
              <a:gd name="T2" fmla="*/ 80 w 723"/>
              <a:gd name="T3" fmla="*/ 986 h 986"/>
              <a:gd name="T4" fmla="*/ 723 w 723"/>
              <a:gd name="T5" fmla="*/ 242 h 986"/>
              <a:gd name="T6" fmla="*/ 668 w 723"/>
              <a:gd name="T7" fmla="*/ 260 h 986"/>
              <a:gd name="T8" fmla="*/ 83 w 723"/>
              <a:gd name="T9" fmla="*/ 929 h 986"/>
              <a:gd name="T10" fmla="*/ 313 w 723"/>
              <a:gd name="T11" fmla="*/ 105 h 986"/>
              <a:gd name="T12" fmla="*/ 410 w 723"/>
              <a:gd name="T13" fmla="*/ 105 h 986"/>
              <a:gd name="T14" fmla="*/ 360 w 723"/>
              <a:gd name="T15" fmla="*/ 157 h 986"/>
              <a:gd name="T16" fmla="*/ 253 w 723"/>
              <a:gd name="T17" fmla="*/ 107 h 986"/>
              <a:gd name="T18" fmla="*/ 133 w 723"/>
              <a:gd name="T19" fmla="*/ 250 h 986"/>
              <a:gd name="T20" fmla="*/ 590 w 723"/>
              <a:gd name="T21" fmla="*/ 250 h 986"/>
              <a:gd name="T22" fmla="*/ 470 w 723"/>
              <a:gd name="T23" fmla="*/ 107 h 986"/>
              <a:gd name="T24" fmla="*/ 253 w 723"/>
              <a:gd name="T25" fmla="*/ 107 h 986"/>
              <a:gd name="T26" fmla="*/ 255 w 723"/>
              <a:gd name="T27" fmla="*/ 749 h 986"/>
              <a:gd name="T28" fmla="*/ 175 w 723"/>
              <a:gd name="T29" fmla="*/ 771 h 986"/>
              <a:gd name="T30" fmla="*/ 158 w 723"/>
              <a:gd name="T31" fmla="*/ 789 h 986"/>
              <a:gd name="T32" fmla="*/ 255 w 723"/>
              <a:gd name="T33" fmla="*/ 796 h 986"/>
              <a:gd name="T34" fmla="*/ 153 w 723"/>
              <a:gd name="T35" fmla="*/ 846 h 986"/>
              <a:gd name="T36" fmla="*/ 280 w 723"/>
              <a:gd name="T37" fmla="*/ 784 h 986"/>
              <a:gd name="T38" fmla="*/ 280 w 723"/>
              <a:gd name="T39" fmla="*/ 744 h 986"/>
              <a:gd name="T40" fmla="*/ 128 w 723"/>
              <a:gd name="T41" fmla="*/ 751 h 986"/>
              <a:gd name="T42" fmla="*/ 248 w 723"/>
              <a:gd name="T43" fmla="*/ 879 h 986"/>
              <a:gd name="T44" fmla="*/ 248 w 723"/>
              <a:gd name="T45" fmla="*/ 387 h 986"/>
              <a:gd name="T46" fmla="*/ 175 w 723"/>
              <a:gd name="T47" fmla="*/ 409 h 986"/>
              <a:gd name="T48" fmla="*/ 200 w 723"/>
              <a:gd name="T49" fmla="*/ 474 h 986"/>
              <a:gd name="T50" fmla="*/ 153 w 723"/>
              <a:gd name="T51" fmla="*/ 492 h 986"/>
              <a:gd name="T52" fmla="*/ 248 w 723"/>
              <a:gd name="T53" fmla="*/ 362 h 986"/>
              <a:gd name="T54" fmla="*/ 128 w 723"/>
              <a:gd name="T55" fmla="*/ 489 h 986"/>
              <a:gd name="T56" fmla="*/ 279 w 723"/>
              <a:gd name="T57" fmla="*/ 416 h 986"/>
              <a:gd name="T58" fmla="*/ 278 w 723"/>
              <a:gd name="T59" fmla="*/ 382 h 986"/>
              <a:gd name="T60" fmla="*/ 255 w 723"/>
              <a:gd name="T61" fmla="*/ 582 h 986"/>
              <a:gd name="T62" fmla="*/ 158 w 723"/>
              <a:gd name="T63" fmla="*/ 607 h 986"/>
              <a:gd name="T64" fmla="*/ 255 w 723"/>
              <a:gd name="T65" fmla="*/ 672 h 986"/>
              <a:gd name="T66" fmla="*/ 280 w 723"/>
              <a:gd name="T67" fmla="*/ 563 h 986"/>
              <a:gd name="T68" fmla="*/ 128 w 723"/>
              <a:gd name="T69" fmla="*/ 569 h 986"/>
              <a:gd name="T70" fmla="*/ 255 w 723"/>
              <a:gd name="T71" fmla="*/ 696 h 986"/>
              <a:gd name="T72" fmla="*/ 334 w 723"/>
              <a:gd name="T73" fmla="*/ 538 h 986"/>
              <a:gd name="T74" fmla="*/ 378 w 723"/>
              <a:gd name="T75" fmla="*/ 836 h 986"/>
              <a:gd name="T76" fmla="*/ 580 w 723"/>
              <a:gd name="T77" fmla="*/ 774 h 986"/>
              <a:gd name="T78" fmla="*/ 370 w 723"/>
              <a:gd name="T79" fmla="*/ 829 h 986"/>
              <a:gd name="T80" fmla="*/ 580 w 723"/>
              <a:gd name="T81" fmla="*/ 587 h 986"/>
              <a:gd name="T82" fmla="*/ 370 w 723"/>
              <a:gd name="T83" fmla="*/ 474 h 986"/>
              <a:gd name="T84" fmla="*/ 370 w 723"/>
              <a:gd name="T85" fmla="*/ 407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23" h="986">
                <a:moveTo>
                  <a:pt x="55" y="260"/>
                </a:moveTo>
                <a:cubicBezTo>
                  <a:pt x="55" y="232"/>
                  <a:pt x="68" y="218"/>
                  <a:pt x="95" y="217"/>
                </a:cubicBezTo>
                <a:lnTo>
                  <a:pt x="95" y="160"/>
                </a:lnTo>
                <a:cubicBezTo>
                  <a:pt x="45" y="161"/>
                  <a:pt x="0" y="193"/>
                  <a:pt x="0" y="242"/>
                </a:cubicBezTo>
                <a:lnTo>
                  <a:pt x="0" y="906"/>
                </a:lnTo>
                <a:cubicBezTo>
                  <a:pt x="0" y="947"/>
                  <a:pt x="40" y="986"/>
                  <a:pt x="80" y="986"/>
                </a:cubicBezTo>
                <a:lnTo>
                  <a:pt x="643" y="986"/>
                </a:lnTo>
                <a:cubicBezTo>
                  <a:pt x="683" y="986"/>
                  <a:pt x="723" y="947"/>
                  <a:pt x="723" y="906"/>
                </a:cubicBezTo>
                <a:lnTo>
                  <a:pt x="723" y="242"/>
                </a:lnTo>
                <a:cubicBezTo>
                  <a:pt x="723" y="193"/>
                  <a:pt x="678" y="161"/>
                  <a:pt x="628" y="160"/>
                </a:cubicBezTo>
                <a:lnTo>
                  <a:pt x="628" y="217"/>
                </a:lnTo>
                <a:cubicBezTo>
                  <a:pt x="655" y="218"/>
                  <a:pt x="668" y="232"/>
                  <a:pt x="668" y="260"/>
                </a:cubicBezTo>
                <a:lnTo>
                  <a:pt x="668" y="889"/>
                </a:lnTo>
                <a:cubicBezTo>
                  <a:pt x="668" y="908"/>
                  <a:pt x="659" y="929"/>
                  <a:pt x="640" y="929"/>
                </a:cubicBezTo>
                <a:lnTo>
                  <a:pt x="83" y="929"/>
                </a:lnTo>
                <a:cubicBezTo>
                  <a:pt x="61" y="929"/>
                  <a:pt x="55" y="906"/>
                  <a:pt x="55" y="884"/>
                </a:cubicBezTo>
                <a:lnTo>
                  <a:pt x="55" y="260"/>
                </a:lnTo>
                <a:close/>
                <a:moveTo>
                  <a:pt x="313" y="105"/>
                </a:moveTo>
                <a:cubicBezTo>
                  <a:pt x="313" y="82"/>
                  <a:pt x="335" y="60"/>
                  <a:pt x="358" y="60"/>
                </a:cubicBezTo>
                <a:lnTo>
                  <a:pt x="365" y="60"/>
                </a:lnTo>
                <a:cubicBezTo>
                  <a:pt x="388" y="60"/>
                  <a:pt x="410" y="82"/>
                  <a:pt x="410" y="105"/>
                </a:cubicBezTo>
                <a:lnTo>
                  <a:pt x="410" y="110"/>
                </a:lnTo>
                <a:cubicBezTo>
                  <a:pt x="410" y="135"/>
                  <a:pt x="388" y="157"/>
                  <a:pt x="363" y="157"/>
                </a:cubicBezTo>
                <a:lnTo>
                  <a:pt x="360" y="157"/>
                </a:lnTo>
                <a:cubicBezTo>
                  <a:pt x="335" y="157"/>
                  <a:pt x="313" y="135"/>
                  <a:pt x="313" y="110"/>
                </a:cubicBezTo>
                <a:lnTo>
                  <a:pt x="313" y="105"/>
                </a:lnTo>
                <a:close/>
                <a:moveTo>
                  <a:pt x="253" y="107"/>
                </a:moveTo>
                <a:lnTo>
                  <a:pt x="173" y="107"/>
                </a:lnTo>
                <a:cubicBezTo>
                  <a:pt x="145" y="107"/>
                  <a:pt x="133" y="120"/>
                  <a:pt x="133" y="147"/>
                </a:cubicBezTo>
                <a:lnTo>
                  <a:pt x="133" y="250"/>
                </a:lnTo>
                <a:cubicBezTo>
                  <a:pt x="133" y="267"/>
                  <a:pt x="144" y="285"/>
                  <a:pt x="160" y="285"/>
                </a:cubicBezTo>
                <a:lnTo>
                  <a:pt x="563" y="285"/>
                </a:lnTo>
                <a:cubicBezTo>
                  <a:pt x="579" y="285"/>
                  <a:pt x="590" y="267"/>
                  <a:pt x="590" y="250"/>
                </a:cubicBezTo>
                <a:lnTo>
                  <a:pt x="590" y="147"/>
                </a:lnTo>
                <a:cubicBezTo>
                  <a:pt x="590" y="120"/>
                  <a:pt x="578" y="107"/>
                  <a:pt x="550" y="107"/>
                </a:cubicBezTo>
                <a:lnTo>
                  <a:pt x="470" y="107"/>
                </a:lnTo>
                <a:cubicBezTo>
                  <a:pt x="470" y="52"/>
                  <a:pt x="423" y="0"/>
                  <a:pt x="370" y="0"/>
                </a:cubicBezTo>
                <a:lnTo>
                  <a:pt x="353" y="0"/>
                </a:lnTo>
                <a:cubicBezTo>
                  <a:pt x="300" y="0"/>
                  <a:pt x="253" y="52"/>
                  <a:pt x="253" y="107"/>
                </a:cubicBezTo>
                <a:close/>
                <a:moveTo>
                  <a:pt x="153" y="756"/>
                </a:moveTo>
                <a:cubicBezTo>
                  <a:pt x="153" y="751"/>
                  <a:pt x="154" y="749"/>
                  <a:pt x="160" y="749"/>
                </a:cubicBezTo>
                <a:lnTo>
                  <a:pt x="255" y="749"/>
                </a:lnTo>
                <a:lnTo>
                  <a:pt x="255" y="756"/>
                </a:lnTo>
                <a:cubicBezTo>
                  <a:pt x="255" y="764"/>
                  <a:pt x="216" y="787"/>
                  <a:pt x="208" y="791"/>
                </a:cubicBezTo>
                <a:cubicBezTo>
                  <a:pt x="201" y="786"/>
                  <a:pt x="186" y="771"/>
                  <a:pt x="175" y="771"/>
                </a:cubicBezTo>
                <a:lnTo>
                  <a:pt x="173" y="771"/>
                </a:lnTo>
                <a:cubicBezTo>
                  <a:pt x="167" y="771"/>
                  <a:pt x="158" y="780"/>
                  <a:pt x="158" y="786"/>
                </a:cubicBezTo>
                <a:lnTo>
                  <a:pt x="158" y="789"/>
                </a:lnTo>
                <a:cubicBezTo>
                  <a:pt x="158" y="795"/>
                  <a:pt x="193" y="834"/>
                  <a:pt x="200" y="834"/>
                </a:cubicBezTo>
                <a:lnTo>
                  <a:pt x="203" y="834"/>
                </a:lnTo>
                <a:cubicBezTo>
                  <a:pt x="208" y="834"/>
                  <a:pt x="247" y="802"/>
                  <a:pt x="255" y="796"/>
                </a:cubicBezTo>
                <a:cubicBezTo>
                  <a:pt x="255" y="810"/>
                  <a:pt x="261" y="854"/>
                  <a:pt x="248" y="854"/>
                </a:cubicBezTo>
                <a:lnTo>
                  <a:pt x="160" y="854"/>
                </a:lnTo>
                <a:cubicBezTo>
                  <a:pt x="154" y="854"/>
                  <a:pt x="153" y="852"/>
                  <a:pt x="153" y="846"/>
                </a:cubicBezTo>
                <a:lnTo>
                  <a:pt x="153" y="756"/>
                </a:lnTo>
                <a:close/>
                <a:moveTo>
                  <a:pt x="248" y="879"/>
                </a:moveTo>
                <a:cubicBezTo>
                  <a:pt x="295" y="879"/>
                  <a:pt x="277" y="827"/>
                  <a:pt x="280" y="784"/>
                </a:cubicBezTo>
                <a:cubicBezTo>
                  <a:pt x="282" y="762"/>
                  <a:pt x="337" y="742"/>
                  <a:pt x="343" y="721"/>
                </a:cubicBezTo>
                <a:lnTo>
                  <a:pt x="335" y="721"/>
                </a:lnTo>
                <a:cubicBezTo>
                  <a:pt x="318" y="721"/>
                  <a:pt x="293" y="737"/>
                  <a:pt x="280" y="744"/>
                </a:cubicBezTo>
                <a:cubicBezTo>
                  <a:pt x="274" y="735"/>
                  <a:pt x="268" y="724"/>
                  <a:pt x="253" y="724"/>
                </a:cubicBezTo>
                <a:lnTo>
                  <a:pt x="155" y="724"/>
                </a:lnTo>
                <a:cubicBezTo>
                  <a:pt x="141" y="724"/>
                  <a:pt x="128" y="737"/>
                  <a:pt x="128" y="751"/>
                </a:cubicBezTo>
                <a:lnTo>
                  <a:pt x="128" y="851"/>
                </a:lnTo>
                <a:cubicBezTo>
                  <a:pt x="128" y="868"/>
                  <a:pt x="143" y="879"/>
                  <a:pt x="160" y="879"/>
                </a:cubicBezTo>
                <a:lnTo>
                  <a:pt x="248" y="879"/>
                </a:lnTo>
                <a:close/>
                <a:moveTo>
                  <a:pt x="153" y="394"/>
                </a:moveTo>
                <a:cubicBezTo>
                  <a:pt x="153" y="389"/>
                  <a:pt x="154" y="387"/>
                  <a:pt x="160" y="387"/>
                </a:cubicBezTo>
                <a:lnTo>
                  <a:pt x="248" y="387"/>
                </a:lnTo>
                <a:cubicBezTo>
                  <a:pt x="253" y="387"/>
                  <a:pt x="255" y="389"/>
                  <a:pt x="255" y="394"/>
                </a:cubicBezTo>
                <a:cubicBezTo>
                  <a:pt x="255" y="401"/>
                  <a:pt x="213" y="429"/>
                  <a:pt x="208" y="429"/>
                </a:cubicBezTo>
                <a:cubicBezTo>
                  <a:pt x="203" y="429"/>
                  <a:pt x="190" y="409"/>
                  <a:pt x="175" y="409"/>
                </a:cubicBezTo>
                <a:cubicBezTo>
                  <a:pt x="168" y="409"/>
                  <a:pt x="158" y="417"/>
                  <a:pt x="158" y="424"/>
                </a:cubicBezTo>
                <a:lnTo>
                  <a:pt x="158" y="427"/>
                </a:lnTo>
                <a:cubicBezTo>
                  <a:pt x="158" y="437"/>
                  <a:pt x="192" y="470"/>
                  <a:pt x="200" y="474"/>
                </a:cubicBezTo>
                <a:lnTo>
                  <a:pt x="255" y="434"/>
                </a:lnTo>
                <a:lnTo>
                  <a:pt x="255" y="492"/>
                </a:lnTo>
                <a:lnTo>
                  <a:pt x="153" y="492"/>
                </a:lnTo>
                <a:lnTo>
                  <a:pt x="153" y="394"/>
                </a:lnTo>
                <a:close/>
                <a:moveTo>
                  <a:pt x="278" y="382"/>
                </a:moveTo>
                <a:cubicBezTo>
                  <a:pt x="275" y="369"/>
                  <a:pt x="264" y="362"/>
                  <a:pt x="248" y="362"/>
                </a:cubicBezTo>
                <a:lnTo>
                  <a:pt x="160" y="362"/>
                </a:lnTo>
                <a:cubicBezTo>
                  <a:pt x="143" y="362"/>
                  <a:pt x="128" y="373"/>
                  <a:pt x="128" y="390"/>
                </a:cubicBezTo>
                <a:lnTo>
                  <a:pt x="128" y="489"/>
                </a:lnTo>
                <a:cubicBezTo>
                  <a:pt x="128" y="504"/>
                  <a:pt x="141" y="517"/>
                  <a:pt x="155" y="517"/>
                </a:cubicBezTo>
                <a:lnTo>
                  <a:pt x="253" y="517"/>
                </a:lnTo>
                <a:cubicBezTo>
                  <a:pt x="292" y="517"/>
                  <a:pt x="280" y="455"/>
                  <a:pt x="279" y="416"/>
                </a:cubicBezTo>
                <a:lnTo>
                  <a:pt x="343" y="362"/>
                </a:lnTo>
                <a:cubicBezTo>
                  <a:pt x="343" y="362"/>
                  <a:pt x="338" y="360"/>
                  <a:pt x="338" y="360"/>
                </a:cubicBezTo>
                <a:cubicBezTo>
                  <a:pt x="313" y="360"/>
                  <a:pt x="293" y="381"/>
                  <a:pt x="278" y="382"/>
                </a:cubicBezTo>
                <a:close/>
                <a:moveTo>
                  <a:pt x="153" y="569"/>
                </a:moveTo>
                <a:lnTo>
                  <a:pt x="255" y="569"/>
                </a:lnTo>
                <a:lnTo>
                  <a:pt x="255" y="582"/>
                </a:lnTo>
                <a:lnTo>
                  <a:pt x="208" y="612"/>
                </a:lnTo>
                <a:lnTo>
                  <a:pt x="176" y="588"/>
                </a:lnTo>
                <a:cubicBezTo>
                  <a:pt x="168" y="593"/>
                  <a:pt x="158" y="595"/>
                  <a:pt x="158" y="607"/>
                </a:cubicBezTo>
                <a:cubicBezTo>
                  <a:pt x="158" y="614"/>
                  <a:pt x="193" y="654"/>
                  <a:pt x="200" y="654"/>
                </a:cubicBezTo>
                <a:cubicBezTo>
                  <a:pt x="212" y="654"/>
                  <a:pt x="242" y="620"/>
                  <a:pt x="255" y="617"/>
                </a:cubicBezTo>
                <a:lnTo>
                  <a:pt x="255" y="672"/>
                </a:lnTo>
                <a:lnTo>
                  <a:pt x="153" y="672"/>
                </a:lnTo>
                <a:lnTo>
                  <a:pt x="153" y="569"/>
                </a:lnTo>
                <a:close/>
                <a:moveTo>
                  <a:pt x="280" y="563"/>
                </a:moveTo>
                <a:cubicBezTo>
                  <a:pt x="275" y="555"/>
                  <a:pt x="269" y="544"/>
                  <a:pt x="255" y="544"/>
                </a:cubicBezTo>
                <a:lnTo>
                  <a:pt x="153" y="544"/>
                </a:lnTo>
                <a:cubicBezTo>
                  <a:pt x="140" y="544"/>
                  <a:pt x="128" y="557"/>
                  <a:pt x="128" y="569"/>
                </a:cubicBezTo>
                <a:lnTo>
                  <a:pt x="128" y="672"/>
                </a:lnTo>
                <a:cubicBezTo>
                  <a:pt x="128" y="684"/>
                  <a:pt x="140" y="696"/>
                  <a:pt x="153" y="696"/>
                </a:cubicBezTo>
                <a:lnTo>
                  <a:pt x="255" y="696"/>
                </a:lnTo>
                <a:cubicBezTo>
                  <a:pt x="291" y="696"/>
                  <a:pt x="280" y="632"/>
                  <a:pt x="279" y="596"/>
                </a:cubicBezTo>
                <a:lnTo>
                  <a:pt x="343" y="542"/>
                </a:lnTo>
                <a:lnTo>
                  <a:pt x="334" y="538"/>
                </a:lnTo>
                <a:lnTo>
                  <a:pt x="280" y="563"/>
                </a:lnTo>
                <a:close/>
                <a:moveTo>
                  <a:pt x="370" y="829"/>
                </a:moveTo>
                <a:cubicBezTo>
                  <a:pt x="370" y="834"/>
                  <a:pt x="372" y="836"/>
                  <a:pt x="378" y="836"/>
                </a:cubicBezTo>
                <a:lnTo>
                  <a:pt x="573" y="836"/>
                </a:lnTo>
                <a:cubicBezTo>
                  <a:pt x="579" y="836"/>
                  <a:pt x="580" y="834"/>
                  <a:pt x="580" y="829"/>
                </a:cubicBezTo>
                <a:lnTo>
                  <a:pt x="580" y="774"/>
                </a:lnTo>
                <a:cubicBezTo>
                  <a:pt x="580" y="768"/>
                  <a:pt x="579" y="766"/>
                  <a:pt x="573" y="766"/>
                </a:cubicBezTo>
                <a:lnTo>
                  <a:pt x="370" y="766"/>
                </a:lnTo>
                <a:lnTo>
                  <a:pt x="370" y="829"/>
                </a:lnTo>
                <a:close/>
                <a:moveTo>
                  <a:pt x="370" y="654"/>
                </a:moveTo>
                <a:lnTo>
                  <a:pt x="580" y="654"/>
                </a:lnTo>
                <a:lnTo>
                  <a:pt x="580" y="587"/>
                </a:lnTo>
                <a:lnTo>
                  <a:pt x="370" y="587"/>
                </a:lnTo>
                <a:lnTo>
                  <a:pt x="370" y="654"/>
                </a:lnTo>
                <a:close/>
                <a:moveTo>
                  <a:pt x="370" y="474"/>
                </a:moveTo>
                <a:lnTo>
                  <a:pt x="523" y="474"/>
                </a:lnTo>
                <a:lnTo>
                  <a:pt x="523" y="407"/>
                </a:lnTo>
                <a:lnTo>
                  <a:pt x="370" y="407"/>
                </a:lnTo>
                <a:lnTo>
                  <a:pt x="370" y="4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68571" tIns="34285" rIns="68571" bIns="34285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063754" y="4003342"/>
            <a:ext cx="348221" cy="380748"/>
            <a:chOff x="697828" y="4453123"/>
            <a:chExt cx="229831" cy="251300"/>
          </a:xfrm>
          <a:solidFill>
            <a:schemeClr val="bg1"/>
          </a:solidFill>
          <a:effectLst/>
        </p:grpSpPr>
        <p:sp>
          <p:nvSpPr>
            <p:cNvPr id="20" name="Freeform 665"/>
            <p:cNvSpPr/>
            <p:nvPr/>
          </p:nvSpPr>
          <p:spPr bwMode="auto">
            <a:xfrm>
              <a:off x="697828" y="4453123"/>
              <a:ext cx="229831" cy="177458"/>
            </a:xfrm>
            <a:custGeom>
              <a:avLst/>
              <a:gdLst>
                <a:gd name="T0" fmla="*/ 179 w 193"/>
                <a:gd name="T1" fmla="*/ 54 h 149"/>
                <a:gd name="T2" fmla="*/ 193 w 193"/>
                <a:gd name="T3" fmla="*/ 0 h 149"/>
                <a:gd name="T4" fmla="*/ 138 w 193"/>
                <a:gd name="T5" fmla="*/ 13 h 149"/>
                <a:gd name="T6" fmla="*/ 152 w 193"/>
                <a:gd name="T7" fmla="*/ 27 h 149"/>
                <a:gd name="T8" fmla="*/ 99 w 193"/>
                <a:gd name="T9" fmla="*/ 79 h 149"/>
                <a:gd name="T10" fmla="*/ 77 w 193"/>
                <a:gd name="T11" fmla="*/ 57 h 149"/>
                <a:gd name="T12" fmla="*/ 0 w 193"/>
                <a:gd name="T13" fmla="*/ 134 h 149"/>
                <a:gd name="T14" fmla="*/ 15 w 193"/>
                <a:gd name="T15" fmla="*/ 149 h 149"/>
                <a:gd name="T16" fmla="*/ 15 w 193"/>
                <a:gd name="T17" fmla="*/ 149 h 149"/>
                <a:gd name="T18" fmla="*/ 77 w 193"/>
                <a:gd name="T19" fmla="*/ 87 h 149"/>
                <a:gd name="T20" fmla="*/ 99 w 193"/>
                <a:gd name="T21" fmla="*/ 108 h 149"/>
                <a:gd name="T22" fmla="*/ 167 w 193"/>
                <a:gd name="T23" fmla="*/ 41 h 149"/>
                <a:gd name="T24" fmla="*/ 179 w 193"/>
                <a:gd name="T25" fmla="*/ 5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3" h="149">
                  <a:moveTo>
                    <a:pt x="179" y="54"/>
                  </a:moveTo>
                  <a:lnTo>
                    <a:pt x="193" y="0"/>
                  </a:lnTo>
                  <a:lnTo>
                    <a:pt x="138" y="13"/>
                  </a:lnTo>
                  <a:lnTo>
                    <a:pt x="152" y="27"/>
                  </a:lnTo>
                  <a:lnTo>
                    <a:pt x="99" y="79"/>
                  </a:lnTo>
                  <a:lnTo>
                    <a:pt x="77" y="57"/>
                  </a:lnTo>
                  <a:lnTo>
                    <a:pt x="0" y="134"/>
                  </a:lnTo>
                  <a:lnTo>
                    <a:pt x="15" y="149"/>
                  </a:lnTo>
                  <a:lnTo>
                    <a:pt x="15" y="149"/>
                  </a:lnTo>
                  <a:lnTo>
                    <a:pt x="77" y="87"/>
                  </a:lnTo>
                  <a:lnTo>
                    <a:pt x="99" y="108"/>
                  </a:lnTo>
                  <a:lnTo>
                    <a:pt x="167" y="41"/>
                  </a:lnTo>
                  <a:lnTo>
                    <a:pt x="179" y="5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Rectangle 666"/>
            <p:cNvSpPr>
              <a:spLocks noChangeArrowheads="1"/>
            </p:cNvSpPr>
            <p:nvPr/>
          </p:nvSpPr>
          <p:spPr bwMode="auto">
            <a:xfrm>
              <a:off x="718073" y="4643682"/>
              <a:ext cx="33343" cy="60741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Rectangle 667"/>
            <p:cNvSpPr>
              <a:spLocks noChangeArrowheads="1"/>
            </p:cNvSpPr>
            <p:nvPr/>
          </p:nvSpPr>
          <p:spPr bwMode="auto">
            <a:xfrm>
              <a:off x="772851" y="4613906"/>
              <a:ext cx="33343" cy="9051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Rectangle 668"/>
            <p:cNvSpPr>
              <a:spLocks noChangeArrowheads="1"/>
            </p:cNvSpPr>
            <p:nvPr/>
          </p:nvSpPr>
          <p:spPr bwMode="auto">
            <a:xfrm>
              <a:off x="828820" y="4584131"/>
              <a:ext cx="33343" cy="120291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" name="Rectangle 669"/>
            <p:cNvSpPr>
              <a:spLocks noChangeArrowheads="1"/>
            </p:cNvSpPr>
            <p:nvPr/>
          </p:nvSpPr>
          <p:spPr bwMode="auto">
            <a:xfrm>
              <a:off x="883598" y="4554357"/>
              <a:ext cx="33343" cy="15006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6" name="Freeform 5"/>
          <p:cNvSpPr>
            <a:spLocks noEditPoints="1"/>
          </p:cNvSpPr>
          <p:nvPr/>
        </p:nvSpPr>
        <p:spPr bwMode="auto">
          <a:xfrm>
            <a:off x="6704219" y="3123996"/>
            <a:ext cx="440424" cy="310986"/>
          </a:xfrm>
          <a:custGeom>
            <a:avLst/>
            <a:gdLst>
              <a:gd name="T0" fmla="*/ 218 w 219"/>
              <a:gd name="T1" fmla="*/ 117 h 154"/>
              <a:gd name="T2" fmla="*/ 219 w 219"/>
              <a:gd name="T3" fmla="*/ 118 h 154"/>
              <a:gd name="T4" fmla="*/ 218 w 219"/>
              <a:gd name="T5" fmla="*/ 119 h 154"/>
              <a:gd name="T6" fmla="*/ 174 w 219"/>
              <a:gd name="T7" fmla="*/ 153 h 154"/>
              <a:gd name="T8" fmla="*/ 172 w 219"/>
              <a:gd name="T9" fmla="*/ 153 h 154"/>
              <a:gd name="T10" fmla="*/ 171 w 219"/>
              <a:gd name="T11" fmla="*/ 151 h 154"/>
              <a:gd name="T12" fmla="*/ 179 w 219"/>
              <a:gd name="T13" fmla="*/ 133 h 154"/>
              <a:gd name="T14" fmla="*/ 113 w 219"/>
              <a:gd name="T15" fmla="*/ 106 h 154"/>
              <a:gd name="T16" fmla="*/ 126 w 219"/>
              <a:gd name="T17" fmla="*/ 89 h 154"/>
              <a:gd name="T18" fmla="*/ 131 w 219"/>
              <a:gd name="T19" fmla="*/ 82 h 154"/>
              <a:gd name="T20" fmla="*/ 179 w 219"/>
              <a:gd name="T21" fmla="*/ 103 h 154"/>
              <a:gd name="T22" fmla="*/ 171 w 219"/>
              <a:gd name="T23" fmla="*/ 85 h 154"/>
              <a:gd name="T24" fmla="*/ 172 w 219"/>
              <a:gd name="T25" fmla="*/ 83 h 154"/>
              <a:gd name="T26" fmla="*/ 173 w 219"/>
              <a:gd name="T27" fmla="*/ 82 h 154"/>
              <a:gd name="T28" fmla="*/ 174 w 219"/>
              <a:gd name="T29" fmla="*/ 83 h 154"/>
              <a:gd name="T30" fmla="*/ 218 w 219"/>
              <a:gd name="T31" fmla="*/ 117 h 154"/>
              <a:gd name="T32" fmla="*/ 45 w 219"/>
              <a:gd name="T33" fmla="*/ 71 h 154"/>
              <a:gd name="T34" fmla="*/ 46 w 219"/>
              <a:gd name="T35" fmla="*/ 71 h 154"/>
              <a:gd name="T36" fmla="*/ 47 w 219"/>
              <a:gd name="T37" fmla="*/ 71 h 154"/>
              <a:gd name="T38" fmla="*/ 47 w 219"/>
              <a:gd name="T39" fmla="*/ 69 h 154"/>
              <a:gd name="T40" fmla="*/ 40 w 219"/>
              <a:gd name="T41" fmla="*/ 50 h 154"/>
              <a:gd name="T42" fmla="*/ 87 w 219"/>
              <a:gd name="T43" fmla="*/ 72 h 154"/>
              <a:gd name="T44" fmla="*/ 93 w 219"/>
              <a:gd name="T45" fmla="*/ 65 h 154"/>
              <a:gd name="T46" fmla="*/ 106 w 219"/>
              <a:gd name="T47" fmla="*/ 49 h 154"/>
              <a:gd name="T48" fmla="*/ 40 w 219"/>
              <a:gd name="T49" fmla="*/ 21 h 154"/>
              <a:gd name="T50" fmla="*/ 47 w 219"/>
              <a:gd name="T51" fmla="*/ 2 h 154"/>
              <a:gd name="T52" fmla="*/ 47 w 219"/>
              <a:gd name="T53" fmla="*/ 0 h 154"/>
              <a:gd name="T54" fmla="*/ 45 w 219"/>
              <a:gd name="T55" fmla="*/ 0 h 154"/>
              <a:gd name="T56" fmla="*/ 0 w 219"/>
              <a:gd name="T57" fmla="*/ 34 h 154"/>
              <a:gd name="T58" fmla="*/ 0 w 219"/>
              <a:gd name="T59" fmla="*/ 35 h 154"/>
              <a:gd name="T60" fmla="*/ 0 w 219"/>
              <a:gd name="T61" fmla="*/ 37 h 154"/>
              <a:gd name="T62" fmla="*/ 45 w 219"/>
              <a:gd name="T63" fmla="*/ 71 h 154"/>
              <a:gd name="T64" fmla="*/ 121 w 219"/>
              <a:gd name="T65" fmla="*/ 86 h 154"/>
              <a:gd name="T66" fmla="*/ 179 w 219"/>
              <a:gd name="T67" fmla="*/ 50 h 154"/>
              <a:gd name="T68" fmla="*/ 171 w 219"/>
              <a:gd name="T69" fmla="*/ 69 h 154"/>
              <a:gd name="T70" fmla="*/ 172 w 219"/>
              <a:gd name="T71" fmla="*/ 71 h 154"/>
              <a:gd name="T72" fmla="*/ 173 w 219"/>
              <a:gd name="T73" fmla="*/ 71 h 154"/>
              <a:gd name="T74" fmla="*/ 174 w 219"/>
              <a:gd name="T75" fmla="*/ 71 h 154"/>
              <a:gd name="T76" fmla="*/ 218 w 219"/>
              <a:gd name="T77" fmla="*/ 37 h 154"/>
              <a:gd name="T78" fmla="*/ 219 w 219"/>
              <a:gd name="T79" fmla="*/ 35 h 154"/>
              <a:gd name="T80" fmla="*/ 218 w 219"/>
              <a:gd name="T81" fmla="*/ 34 h 154"/>
              <a:gd name="T82" fmla="*/ 174 w 219"/>
              <a:gd name="T83" fmla="*/ 0 h 154"/>
              <a:gd name="T84" fmla="*/ 172 w 219"/>
              <a:gd name="T85" fmla="*/ 0 h 154"/>
              <a:gd name="T86" fmla="*/ 171 w 219"/>
              <a:gd name="T87" fmla="*/ 2 h 154"/>
              <a:gd name="T88" fmla="*/ 179 w 219"/>
              <a:gd name="T89" fmla="*/ 21 h 154"/>
              <a:gd name="T90" fmla="*/ 97 w 219"/>
              <a:gd name="T91" fmla="*/ 69 h 154"/>
              <a:gd name="T92" fmla="*/ 40 w 219"/>
              <a:gd name="T93" fmla="*/ 103 h 154"/>
              <a:gd name="T94" fmla="*/ 47 w 219"/>
              <a:gd name="T95" fmla="*/ 85 h 154"/>
              <a:gd name="T96" fmla="*/ 47 w 219"/>
              <a:gd name="T97" fmla="*/ 83 h 154"/>
              <a:gd name="T98" fmla="*/ 46 w 219"/>
              <a:gd name="T99" fmla="*/ 82 h 154"/>
              <a:gd name="T100" fmla="*/ 45 w 219"/>
              <a:gd name="T101" fmla="*/ 83 h 154"/>
              <a:gd name="T102" fmla="*/ 0 w 219"/>
              <a:gd name="T103" fmla="*/ 117 h 154"/>
              <a:gd name="T104" fmla="*/ 0 w 219"/>
              <a:gd name="T105" fmla="*/ 118 h 154"/>
              <a:gd name="T106" fmla="*/ 0 w 219"/>
              <a:gd name="T107" fmla="*/ 119 h 154"/>
              <a:gd name="T108" fmla="*/ 45 w 219"/>
              <a:gd name="T109" fmla="*/ 153 h 154"/>
              <a:gd name="T110" fmla="*/ 47 w 219"/>
              <a:gd name="T111" fmla="*/ 153 h 154"/>
              <a:gd name="T112" fmla="*/ 47 w 219"/>
              <a:gd name="T113" fmla="*/ 151 h 154"/>
              <a:gd name="T114" fmla="*/ 40 w 219"/>
              <a:gd name="T115" fmla="*/ 133 h 154"/>
              <a:gd name="T116" fmla="*/ 121 w 219"/>
              <a:gd name="T117" fmla="*/ 86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9" h="154">
                <a:moveTo>
                  <a:pt x="218" y="117"/>
                </a:moveTo>
                <a:cubicBezTo>
                  <a:pt x="219" y="117"/>
                  <a:pt x="219" y="117"/>
                  <a:pt x="219" y="118"/>
                </a:cubicBezTo>
                <a:cubicBezTo>
                  <a:pt x="219" y="119"/>
                  <a:pt x="219" y="119"/>
                  <a:pt x="218" y="119"/>
                </a:cubicBezTo>
                <a:cubicBezTo>
                  <a:pt x="174" y="153"/>
                  <a:pt x="174" y="153"/>
                  <a:pt x="174" y="153"/>
                </a:cubicBezTo>
                <a:cubicBezTo>
                  <a:pt x="174" y="154"/>
                  <a:pt x="173" y="154"/>
                  <a:pt x="172" y="153"/>
                </a:cubicBezTo>
                <a:cubicBezTo>
                  <a:pt x="171" y="153"/>
                  <a:pt x="171" y="152"/>
                  <a:pt x="171" y="151"/>
                </a:cubicBezTo>
                <a:cubicBezTo>
                  <a:pt x="179" y="133"/>
                  <a:pt x="179" y="133"/>
                  <a:pt x="179" y="133"/>
                </a:cubicBezTo>
                <a:cubicBezTo>
                  <a:pt x="145" y="131"/>
                  <a:pt x="126" y="119"/>
                  <a:pt x="113" y="106"/>
                </a:cubicBezTo>
                <a:cubicBezTo>
                  <a:pt x="118" y="100"/>
                  <a:pt x="122" y="94"/>
                  <a:pt x="126" y="89"/>
                </a:cubicBezTo>
                <a:cubicBezTo>
                  <a:pt x="128" y="86"/>
                  <a:pt x="130" y="84"/>
                  <a:pt x="131" y="82"/>
                </a:cubicBezTo>
                <a:cubicBezTo>
                  <a:pt x="141" y="93"/>
                  <a:pt x="154" y="102"/>
                  <a:pt x="179" y="103"/>
                </a:cubicBezTo>
                <a:cubicBezTo>
                  <a:pt x="171" y="85"/>
                  <a:pt x="171" y="85"/>
                  <a:pt x="171" y="85"/>
                </a:cubicBezTo>
                <a:cubicBezTo>
                  <a:pt x="171" y="84"/>
                  <a:pt x="171" y="83"/>
                  <a:pt x="172" y="83"/>
                </a:cubicBezTo>
                <a:cubicBezTo>
                  <a:pt x="172" y="82"/>
                  <a:pt x="173" y="82"/>
                  <a:pt x="173" y="82"/>
                </a:cubicBezTo>
                <a:cubicBezTo>
                  <a:pt x="173" y="82"/>
                  <a:pt x="174" y="82"/>
                  <a:pt x="174" y="83"/>
                </a:cubicBezTo>
                <a:lnTo>
                  <a:pt x="218" y="117"/>
                </a:lnTo>
                <a:close/>
                <a:moveTo>
                  <a:pt x="45" y="71"/>
                </a:moveTo>
                <a:cubicBezTo>
                  <a:pt x="45" y="71"/>
                  <a:pt x="45" y="71"/>
                  <a:pt x="46" y="71"/>
                </a:cubicBezTo>
                <a:cubicBezTo>
                  <a:pt x="46" y="71"/>
                  <a:pt x="46" y="71"/>
                  <a:pt x="47" y="71"/>
                </a:cubicBezTo>
                <a:cubicBezTo>
                  <a:pt x="47" y="70"/>
                  <a:pt x="48" y="69"/>
                  <a:pt x="47" y="69"/>
                </a:cubicBezTo>
                <a:cubicBezTo>
                  <a:pt x="40" y="50"/>
                  <a:pt x="40" y="50"/>
                  <a:pt x="40" y="50"/>
                </a:cubicBezTo>
                <a:cubicBezTo>
                  <a:pt x="65" y="52"/>
                  <a:pt x="77" y="61"/>
                  <a:pt x="87" y="72"/>
                </a:cubicBezTo>
                <a:cubicBezTo>
                  <a:pt x="89" y="70"/>
                  <a:pt x="91" y="68"/>
                  <a:pt x="93" y="65"/>
                </a:cubicBezTo>
                <a:cubicBezTo>
                  <a:pt x="96" y="60"/>
                  <a:pt x="101" y="54"/>
                  <a:pt x="106" y="49"/>
                </a:cubicBezTo>
                <a:cubicBezTo>
                  <a:pt x="92" y="35"/>
                  <a:pt x="73" y="23"/>
                  <a:pt x="40" y="21"/>
                </a:cubicBezTo>
                <a:cubicBezTo>
                  <a:pt x="47" y="2"/>
                  <a:pt x="47" y="2"/>
                  <a:pt x="47" y="2"/>
                </a:cubicBezTo>
                <a:cubicBezTo>
                  <a:pt x="48" y="1"/>
                  <a:pt x="47" y="1"/>
                  <a:pt x="47" y="0"/>
                </a:cubicBezTo>
                <a:cubicBezTo>
                  <a:pt x="46" y="0"/>
                  <a:pt x="45" y="0"/>
                  <a:pt x="45" y="0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4"/>
                  <a:pt x="0" y="35"/>
                  <a:pt x="0" y="35"/>
                </a:cubicBezTo>
                <a:cubicBezTo>
                  <a:pt x="0" y="36"/>
                  <a:pt x="0" y="36"/>
                  <a:pt x="0" y="37"/>
                </a:cubicBezTo>
                <a:lnTo>
                  <a:pt x="45" y="71"/>
                </a:lnTo>
                <a:close/>
                <a:moveTo>
                  <a:pt x="121" y="86"/>
                </a:moveTo>
                <a:cubicBezTo>
                  <a:pt x="134" y="67"/>
                  <a:pt x="145" y="53"/>
                  <a:pt x="179" y="50"/>
                </a:cubicBezTo>
                <a:cubicBezTo>
                  <a:pt x="171" y="69"/>
                  <a:pt x="171" y="69"/>
                  <a:pt x="171" y="69"/>
                </a:cubicBezTo>
                <a:cubicBezTo>
                  <a:pt x="171" y="69"/>
                  <a:pt x="171" y="70"/>
                  <a:pt x="172" y="71"/>
                </a:cubicBezTo>
                <a:cubicBezTo>
                  <a:pt x="172" y="71"/>
                  <a:pt x="173" y="71"/>
                  <a:pt x="173" y="71"/>
                </a:cubicBezTo>
                <a:cubicBezTo>
                  <a:pt x="173" y="71"/>
                  <a:pt x="174" y="71"/>
                  <a:pt x="174" y="71"/>
                </a:cubicBezTo>
                <a:cubicBezTo>
                  <a:pt x="218" y="37"/>
                  <a:pt x="218" y="37"/>
                  <a:pt x="218" y="37"/>
                </a:cubicBezTo>
                <a:cubicBezTo>
                  <a:pt x="219" y="36"/>
                  <a:pt x="219" y="36"/>
                  <a:pt x="219" y="35"/>
                </a:cubicBezTo>
                <a:cubicBezTo>
                  <a:pt x="219" y="35"/>
                  <a:pt x="219" y="34"/>
                  <a:pt x="218" y="34"/>
                </a:cubicBezTo>
                <a:cubicBezTo>
                  <a:pt x="174" y="0"/>
                  <a:pt x="174" y="0"/>
                  <a:pt x="174" y="0"/>
                </a:cubicBezTo>
                <a:cubicBezTo>
                  <a:pt x="174" y="0"/>
                  <a:pt x="173" y="0"/>
                  <a:pt x="172" y="0"/>
                </a:cubicBezTo>
                <a:cubicBezTo>
                  <a:pt x="171" y="1"/>
                  <a:pt x="171" y="1"/>
                  <a:pt x="171" y="2"/>
                </a:cubicBezTo>
                <a:cubicBezTo>
                  <a:pt x="179" y="21"/>
                  <a:pt x="179" y="21"/>
                  <a:pt x="179" y="21"/>
                </a:cubicBezTo>
                <a:cubicBezTo>
                  <a:pt x="130" y="23"/>
                  <a:pt x="112" y="48"/>
                  <a:pt x="97" y="69"/>
                </a:cubicBezTo>
                <a:cubicBezTo>
                  <a:pt x="84" y="87"/>
                  <a:pt x="74" y="101"/>
                  <a:pt x="40" y="103"/>
                </a:cubicBezTo>
                <a:cubicBezTo>
                  <a:pt x="47" y="85"/>
                  <a:pt x="47" y="85"/>
                  <a:pt x="47" y="85"/>
                </a:cubicBezTo>
                <a:cubicBezTo>
                  <a:pt x="48" y="84"/>
                  <a:pt x="47" y="83"/>
                  <a:pt x="47" y="83"/>
                </a:cubicBezTo>
                <a:cubicBezTo>
                  <a:pt x="46" y="82"/>
                  <a:pt x="46" y="82"/>
                  <a:pt x="46" y="82"/>
                </a:cubicBezTo>
                <a:cubicBezTo>
                  <a:pt x="45" y="82"/>
                  <a:pt x="45" y="82"/>
                  <a:pt x="45" y="83"/>
                </a:cubicBezTo>
                <a:cubicBezTo>
                  <a:pt x="0" y="117"/>
                  <a:pt x="0" y="117"/>
                  <a:pt x="0" y="117"/>
                </a:cubicBezTo>
                <a:cubicBezTo>
                  <a:pt x="0" y="117"/>
                  <a:pt x="0" y="117"/>
                  <a:pt x="0" y="118"/>
                </a:cubicBezTo>
                <a:cubicBezTo>
                  <a:pt x="0" y="119"/>
                  <a:pt x="0" y="119"/>
                  <a:pt x="0" y="119"/>
                </a:cubicBezTo>
                <a:cubicBezTo>
                  <a:pt x="45" y="153"/>
                  <a:pt x="45" y="153"/>
                  <a:pt x="45" y="153"/>
                </a:cubicBezTo>
                <a:cubicBezTo>
                  <a:pt x="45" y="154"/>
                  <a:pt x="46" y="154"/>
                  <a:pt x="47" y="153"/>
                </a:cubicBezTo>
                <a:cubicBezTo>
                  <a:pt x="47" y="153"/>
                  <a:pt x="48" y="152"/>
                  <a:pt x="47" y="151"/>
                </a:cubicBezTo>
                <a:cubicBezTo>
                  <a:pt x="40" y="133"/>
                  <a:pt x="40" y="133"/>
                  <a:pt x="40" y="133"/>
                </a:cubicBezTo>
                <a:cubicBezTo>
                  <a:pt x="89" y="131"/>
                  <a:pt x="107" y="106"/>
                  <a:pt x="121" y="8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180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27" name="Freeform 61"/>
          <p:cNvSpPr/>
          <p:nvPr/>
        </p:nvSpPr>
        <p:spPr bwMode="auto">
          <a:xfrm>
            <a:off x="6136077" y="4019549"/>
            <a:ext cx="396326" cy="411571"/>
          </a:xfrm>
          <a:custGeom>
            <a:avLst/>
            <a:gdLst>
              <a:gd name="T0" fmla="*/ 99 w 137"/>
              <a:gd name="T1" fmla="*/ 57 h 142"/>
              <a:gd name="T2" fmla="*/ 137 w 137"/>
              <a:gd name="T3" fmla="*/ 57 h 142"/>
              <a:gd name="T4" fmla="*/ 76 w 137"/>
              <a:gd name="T5" fmla="*/ 4 h 142"/>
              <a:gd name="T6" fmla="*/ 69 w 137"/>
              <a:gd name="T7" fmla="*/ 0 h 142"/>
              <a:gd name="T8" fmla="*/ 62 w 137"/>
              <a:gd name="T9" fmla="*/ 4 h 142"/>
              <a:gd name="T10" fmla="*/ 0 w 137"/>
              <a:gd name="T11" fmla="*/ 57 h 142"/>
              <a:gd name="T12" fmla="*/ 39 w 137"/>
              <a:gd name="T13" fmla="*/ 57 h 142"/>
              <a:gd name="T14" fmla="*/ 62 w 137"/>
              <a:gd name="T15" fmla="*/ 4 h 142"/>
              <a:gd name="T16" fmla="*/ 62 w 137"/>
              <a:gd name="T17" fmla="*/ 5 h 142"/>
              <a:gd name="T18" fmla="*/ 43 w 137"/>
              <a:gd name="T19" fmla="*/ 57 h 142"/>
              <a:gd name="T20" fmla="*/ 64 w 137"/>
              <a:gd name="T21" fmla="*/ 57 h 142"/>
              <a:gd name="T22" fmla="*/ 64 w 137"/>
              <a:gd name="T23" fmla="*/ 122 h 142"/>
              <a:gd name="T24" fmla="*/ 64 w 137"/>
              <a:gd name="T25" fmla="*/ 125 h 142"/>
              <a:gd name="T26" fmla="*/ 64 w 137"/>
              <a:gd name="T27" fmla="*/ 130 h 142"/>
              <a:gd name="T28" fmla="*/ 76 w 137"/>
              <a:gd name="T29" fmla="*/ 142 h 142"/>
              <a:gd name="T30" fmla="*/ 87 w 137"/>
              <a:gd name="T31" fmla="*/ 130 h 142"/>
              <a:gd name="T32" fmla="*/ 87 w 137"/>
              <a:gd name="T33" fmla="*/ 125 h 142"/>
              <a:gd name="T34" fmla="*/ 79 w 137"/>
              <a:gd name="T35" fmla="*/ 125 h 142"/>
              <a:gd name="T36" fmla="*/ 79 w 137"/>
              <a:gd name="T37" fmla="*/ 127 h 142"/>
              <a:gd name="T38" fmla="*/ 79 w 137"/>
              <a:gd name="T39" fmla="*/ 129 h 142"/>
              <a:gd name="T40" fmla="*/ 76 w 137"/>
              <a:gd name="T41" fmla="*/ 133 h 142"/>
              <a:gd name="T42" fmla="*/ 72 w 137"/>
              <a:gd name="T43" fmla="*/ 129 h 142"/>
              <a:gd name="T44" fmla="*/ 72 w 137"/>
              <a:gd name="T45" fmla="*/ 127 h 142"/>
              <a:gd name="T46" fmla="*/ 72 w 137"/>
              <a:gd name="T47" fmla="*/ 125 h 142"/>
              <a:gd name="T48" fmla="*/ 72 w 137"/>
              <a:gd name="T49" fmla="*/ 111 h 142"/>
              <a:gd name="T50" fmla="*/ 72 w 137"/>
              <a:gd name="T51" fmla="*/ 57 h 142"/>
              <a:gd name="T52" fmla="*/ 94 w 137"/>
              <a:gd name="T53" fmla="*/ 57 h 142"/>
              <a:gd name="T54" fmla="*/ 76 w 137"/>
              <a:gd name="T55" fmla="*/ 5 h 142"/>
              <a:gd name="T56" fmla="*/ 76 w 137"/>
              <a:gd name="T57" fmla="*/ 4 h 142"/>
              <a:gd name="T58" fmla="*/ 99 w 137"/>
              <a:gd name="T59" fmla="*/ 57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37" h="142">
                <a:moveTo>
                  <a:pt x="99" y="57"/>
                </a:moveTo>
                <a:cubicBezTo>
                  <a:pt x="137" y="57"/>
                  <a:pt x="137" y="57"/>
                  <a:pt x="137" y="57"/>
                </a:cubicBezTo>
                <a:cubicBezTo>
                  <a:pt x="130" y="28"/>
                  <a:pt x="105" y="7"/>
                  <a:pt x="76" y="4"/>
                </a:cubicBezTo>
                <a:cubicBezTo>
                  <a:pt x="74" y="1"/>
                  <a:pt x="72" y="0"/>
                  <a:pt x="69" y="0"/>
                </a:cubicBezTo>
                <a:cubicBezTo>
                  <a:pt x="66" y="0"/>
                  <a:pt x="64" y="1"/>
                  <a:pt x="62" y="4"/>
                </a:cubicBezTo>
                <a:cubicBezTo>
                  <a:pt x="32" y="6"/>
                  <a:pt x="7" y="28"/>
                  <a:pt x="0" y="57"/>
                </a:cubicBezTo>
                <a:cubicBezTo>
                  <a:pt x="39" y="57"/>
                  <a:pt x="39" y="57"/>
                  <a:pt x="39" y="57"/>
                </a:cubicBezTo>
                <a:cubicBezTo>
                  <a:pt x="39" y="24"/>
                  <a:pt x="58" y="7"/>
                  <a:pt x="62" y="4"/>
                </a:cubicBezTo>
                <a:cubicBezTo>
                  <a:pt x="62" y="4"/>
                  <a:pt x="62" y="5"/>
                  <a:pt x="62" y="5"/>
                </a:cubicBezTo>
                <a:cubicBezTo>
                  <a:pt x="41" y="31"/>
                  <a:pt x="43" y="57"/>
                  <a:pt x="43" y="57"/>
                </a:cubicBezTo>
                <a:cubicBezTo>
                  <a:pt x="64" y="57"/>
                  <a:pt x="64" y="57"/>
                  <a:pt x="64" y="57"/>
                </a:cubicBezTo>
                <a:cubicBezTo>
                  <a:pt x="64" y="122"/>
                  <a:pt x="64" y="122"/>
                  <a:pt x="64" y="122"/>
                </a:cubicBezTo>
                <a:cubicBezTo>
                  <a:pt x="64" y="125"/>
                  <a:pt x="64" y="125"/>
                  <a:pt x="64" y="125"/>
                </a:cubicBezTo>
                <a:cubicBezTo>
                  <a:pt x="64" y="130"/>
                  <a:pt x="64" y="130"/>
                  <a:pt x="64" y="130"/>
                </a:cubicBezTo>
                <a:cubicBezTo>
                  <a:pt x="64" y="136"/>
                  <a:pt x="69" y="142"/>
                  <a:pt x="76" y="142"/>
                </a:cubicBezTo>
                <a:cubicBezTo>
                  <a:pt x="82" y="142"/>
                  <a:pt x="87" y="136"/>
                  <a:pt x="87" y="130"/>
                </a:cubicBezTo>
                <a:cubicBezTo>
                  <a:pt x="87" y="125"/>
                  <a:pt x="87" y="125"/>
                  <a:pt x="87" y="125"/>
                </a:cubicBezTo>
                <a:cubicBezTo>
                  <a:pt x="79" y="125"/>
                  <a:pt x="79" y="125"/>
                  <a:pt x="79" y="125"/>
                </a:cubicBezTo>
                <a:cubicBezTo>
                  <a:pt x="79" y="127"/>
                  <a:pt x="79" y="127"/>
                  <a:pt x="79" y="127"/>
                </a:cubicBezTo>
                <a:cubicBezTo>
                  <a:pt x="79" y="129"/>
                  <a:pt x="79" y="129"/>
                  <a:pt x="79" y="129"/>
                </a:cubicBezTo>
                <a:cubicBezTo>
                  <a:pt x="79" y="131"/>
                  <a:pt x="78" y="133"/>
                  <a:pt x="76" y="133"/>
                </a:cubicBezTo>
                <a:cubicBezTo>
                  <a:pt x="74" y="133"/>
                  <a:pt x="72" y="131"/>
                  <a:pt x="72" y="129"/>
                </a:cubicBezTo>
                <a:cubicBezTo>
                  <a:pt x="72" y="127"/>
                  <a:pt x="72" y="127"/>
                  <a:pt x="72" y="127"/>
                </a:cubicBezTo>
                <a:cubicBezTo>
                  <a:pt x="72" y="125"/>
                  <a:pt x="72" y="125"/>
                  <a:pt x="72" y="125"/>
                </a:cubicBezTo>
                <a:cubicBezTo>
                  <a:pt x="72" y="111"/>
                  <a:pt x="72" y="111"/>
                  <a:pt x="72" y="111"/>
                </a:cubicBezTo>
                <a:cubicBezTo>
                  <a:pt x="72" y="57"/>
                  <a:pt x="72" y="57"/>
                  <a:pt x="72" y="57"/>
                </a:cubicBezTo>
                <a:cubicBezTo>
                  <a:pt x="94" y="57"/>
                  <a:pt x="94" y="57"/>
                  <a:pt x="94" y="57"/>
                </a:cubicBezTo>
                <a:cubicBezTo>
                  <a:pt x="94" y="57"/>
                  <a:pt x="97" y="31"/>
                  <a:pt x="76" y="5"/>
                </a:cubicBezTo>
                <a:cubicBezTo>
                  <a:pt x="76" y="5"/>
                  <a:pt x="76" y="4"/>
                  <a:pt x="76" y="4"/>
                </a:cubicBezTo>
                <a:cubicBezTo>
                  <a:pt x="80" y="7"/>
                  <a:pt x="99" y="24"/>
                  <a:pt x="99" y="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algn="ctr"/>
            <a:endParaRPr lang="en-US" sz="240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30" name="TextBox 76"/>
          <p:cNvSpPr txBox="1"/>
          <p:nvPr/>
        </p:nvSpPr>
        <p:spPr>
          <a:xfrm>
            <a:off x="8064846" y="4126024"/>
            <a:ext cx="1201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学习：</a:t>
            </a:r>
            <a:endParaRPr lang="zh-CN" altLang="en-US" b="1" dirty="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072590" y="4495356"/>
            <a:ext cx="2719346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、完成相关专业课程的学习</a:t>
            </a:r>
            <a:endParaRPr lang="en-US" altLang="zh-CN" sz="140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、学习论文的撰写</a:t>
            </a:r>
            <a:endParaRPr lang="en-US" altLang="zh-CN" sz="140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Box 76"/>
          <p:cNvSpPr txBox="1"/>
          <p:nvPr/>
        </p:nvSpPr>
        <p:spPr>
          <a:xfrm>
            <a:off x="2240203" y="2286870"/>
            <a:ext cx="2854225" cy="1545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科研：</a:t>
            </a:r>
            <a:endParaRPr lang="en-US" altLang="zh-CN" b="1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、在</a:t>
            </a:r>
            <a:r>
              <a:rPr lang="en-US" altLang="zh-CN" sz="14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Kaggle</a:t>
            </a:r>
            <a:r>
              <a:rPr lang="zh-CN" altLang="en-US" sz="14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上完成一次比赛</a:t>
            </a:r>
            <a:endParaRPr lang="en-US" altLang="zh-CN" sz="140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、进一步深入神经网络和医学影像处理的相关知识的学习</a:t>
            </a:r>
            <a:endParaRPr lang="en-US" altLang="zh-CN" sz="140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、每周定量阅读论文</a:t>
            </a:r>
            <a:endParaRPr lang="zh-CN" altLang="en-US" sz="1400" dirty="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/>
        </p:nvSpPr>
        <p:spPr>
          <a:xfrm flipV="1">
            <a:off x="1730671" y="0"/>
            <a:ext cx="4492591" cy="2386690"/>
          </a:xfrm>
          <a:custGeom>
            <a:avLst/>
            <a:gdLst>
              <a:gd name="connsiteX0" fmla="*/ 2763520 w 5527040"/>
              <a:gd name="connsiteY0" fmla="*/ 0 h 2936240"/>
              <a:gd name="connsiteX1" fmla="*/ 5527040 w 5527040"/>
              <a:gd name="connsiteY1" fmla="*/ 2936240 h 2936240"/>
              <a:gd name="connsiteX2" fmla="*/ 4828988 w 5527040"/>
              <a:gd name="connsiteY2" fmla="*/ 2936240 h 2936240"/>
              <a:gd name="connsiteX3" fmla="*/ 2763520 w 5527040"/>
              <a:gd name="connsiteY3" fmla="*/ 741680 h 2936240"/>
              <a:gd name="connsiteX4" fmla="*/ 698052 w 5527040"/>
              <a:gd name="connsiteY4" fmla="*/ 2936240 h 2936240"/>
              <a:gd name="connsiteX5" fmla="*/ 0 w 5527040"/>
              <a:gd name="connsiteY5" fmla="*/ 2936240 h 2936240"/>
              <a:gd name="connsiteX6" fmla="*/ 2763520 w 5527040"/>
              <a:gd name="connsiteY6" fmla="*/ 0 h 2936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7040" h="2936240">
                <a:moveTo>
                  <a:pt x="2763520" y="0"/>
                </a:moveTo>
                <a:lnTo>
                  <a:pt x="5527040" y="2936240"/>
                </a:lnTo>
                <a:lnTo>
                  <a:pt x="4828988" y="2936240"/>
                </a:lnTo>
                <a:lnTo>
                  <a:pt x="2763520" y="741680"/>
                </a:lnTo>
                <a:lnTo>
                  <a:pt x="698052" y="2936240"/>
                </a:lnTo>
                <a:lnTo>
                  <a:pt x="0" y="2936240"/>
                </a:lnTo>
                <a:lnTo>
                  <a:pt x="2763520" y="0"/>
                </a:lnTo>
                <a:close/>
              </a:path>
            </a:pathLst>
          </a:custGeom>
          <a:solidFill>
            <a:srgbClr val="DE4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/>
        </p:nvSpPr>
        <p:spPr>
          <a:xfrm flipV="1">
            <a:off x="3241512" y="0"/>
            <a:ext cx="1470909" cy="781420"/>
          </a:xfrm>
          <a:custGeom>
            <a:avLst/>
            <a:gdLst>
              <a:gd name="connsiteX0" fmla="*/ 2065468 w 4130936"/>
              <a:gd name="connsiteY0" fmla="*/ 0 h 2194560"/>
              <a:gd name="connsiteX1" fmla="*/ 4130936 w 4130936"/>
              <a:gd name="connsiteY1" fmla="*/ 2194560 h 2194560"/>
              <a:gd name="connsiteX2" fmla="*/ 0 w 4130936"/>
              <a:gd name="connsiteY2" fmla="*/ 2194560 h 2194560"/>
              <a:gd name="connsiteX3" fmla="*/ 2065468 w 4130936"/>
              <a:gd name="connsiteY3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936" h="2194560">
                <a:moveTo>
                  <a:pt x="2065468" y="0"/>
                </a:moveTo>
                <a:lnTo>
                  <a:pt x="4130936" y="2194560"/>
                </a:lnTo>
                <a:lnTo>
                  <a:pt x="0" y="2194560"/>
                </a:lnTo>
                <a:lnTo>
                  <a:pt x="2065468" y="0"/>
                </a:lnTo>
                <a:close/>
              </a:path>
            </a:pathLst>
          </a:custGeom>
          <a:solidFill>
            <a:srgbClr val="5A5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6096000" y="4663440"/>
            <a:ext cx="4130936" cy="2194560"/>
          </a:xfrm>
          <a:custGeom>
            <a:avLst/>
            <a:gdLst>
              <a:gd name="connsiteX0" fmla="*/ 2065468 w 4130936"/>
              <a:gd name="connsiteY0" fmla="*/ 0 h 2194560"/>
              <a:gd name="connsiteX1" fmla="*/ 4130936 w 4130936"/>
              <a:gd name="connsiteY1" fmla="*/ 2194560 h 2194560"/>
              <a:gd name="connsiteX2" fmla="*/ 0 w 4130936"/>
              <a:gd name="connsiteY2" fmla="*/ 2194560 h 2194560"/>
              <a:gd name="connsiteX3" fmla="*/ 2065468 w 4130936"/>
              <a:gd name="connsiteY3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936" h="2194560">
                <a:moveTo>
                  <a:pt x="2065468" y="0"/>
                </a:moveTo>
                <a:lnTo>
                  <a:pt x="4130936" y="2194560"/>
                </a:lnTo>
                <a:lnTo>
                  <a:pt x="0" y="2194560"/>
                </a:lnTo>
                <a:lnTo>
                  <a:pt x="2065468" y="0"/>
                </a:lnTo>
                <a:close/>
              </a:path>
            </a:pathLst>
          </a:custGeom>
          <a:solidFill>
            <a:srgbClr val="DE4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695440" y="4288790"/>
            <a:ext cx="4836160" cy="2569210"/>
          </a:xfrm>
          <a:custGeom>
            <a:avLst/>
            <a:gdLst>
              <a:gd name="connsiteX0" fmla="*/ 0 w 4130936"/>
              <a:gd name="connsiteY0" fmla="*/ 2194560 h 2194560"/>
              <a:gd name="connsiteX1" fmla="*/ 225015 w 4130936"/>
              <a:gd name="connsiteY1" fmla="*/ 2194560 h 2194560"/>
              <a:gd name="connsiteX2" fmla="*/ 2065468 w 4130936"/>
              <a:gd name="connsiteY2" fmla="*/ 239078 h 2194560"/>
              <a:gd name="connsiteX3" fmla="*/ 3905922 w 4130936"/>
              <a:gd name="connsiteY3" fmla="*/ 2194560 h 2194560"/>
              <a:gd name="connsiteX4" fmla="*/ 4130936 w 4130936"/>
              <a:gd name="connsiteY4" fmla="*/ 2194560 h 2194560"/>
              <a:gd name="connsiteX5" fmla="*/ 2065468 w 4130936"/>
              <a:gd name="connsiteY5" fmla="*/ 0 h 2194560"/>
              <a:gd name="connsiteX6" fmla="*/ 0 w 4130936"/>
              <a:gd name="connsiteY6" fmla="*/ 219456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0936" h="2194560">
                <a:moveTo>
                  <a:pt x="0" y="2194560"/>
                </a:moveTo>
                <a:lnTo>
                  <a:pt x="225015" y="2194560"/>
                </a:lnTo>
                <a:lnTo>
                  <a:pt x="2065468" y="239078"/>
                </a:lnTo>
                <a:lnTo>
                  <a:pt x="3905922" y="2194560"/>
                </a:lnTo>
                <a:lnTo>
                  <a:pt x="4130936" y="2194560"/>
                </a:lnTo>
                <a:lnTo>
                  <a:pt x="2065468" y="0"/>
                </a:lnTo>
                <a:lnTo>
                  <a:pt x="0" y="2194560"/>
                </a:lnTo>
                <a:close/>
              </a:path>
            </a:pathLst>
          </a:custGeom>
          <a:solidFill>
            <a:srgbClr val="5A5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665190" y="3672473"/>
            <a:ext cx="27594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Summary and Prospect</a:t>
            </a:r>
            <a:endParaRPr lang="en-US" altLang="zh-CN" dirty="0">
              <a:solidFill>
                <a:srgbClr val="5A5A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76"/>
          <p:cNvSpPr txBox="1"/>
          <p:nvPr/>
        </p:nvSpPr>
        <p:spPr>
          <a:xfrm>
            <a:off x="4323047" y="3211555"/>
            <a:ext cx="3545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sp>
        <p:nvSpPr>
          <p:cNvPr id="26" name="TextBox 76"/>
          <p:cNvSpPr txBox="1"/>
          <p:nvPr/>
        </p:nvSpPr>
        <p:spPr>
          <a:xfrm>
            <a:off x="4419597" y="2239727"/>
            <a:ext cx="3352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THREE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5968738" y="3175229"/>
            <a:ext cx="254524" cy="0"/>
          </a:xfrm>
          <a:prstGeom prst="line">
            <a:avLst/>
          </a:prstGeom>
          <a:ln w="22225" cap="rnd">
            <a:solidFill>
              <a:srgbClr val="DE4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/>
        </p:nvSpPr>
        <p:spPr>
          <a:xfrm>
            <a:off x="8564880" y="5384482"/>
            <a:ext cx="2773680" cy="1473518"/>
          </a:xfrm>
          <a:custGeom>
            <a:avLst/>
            <a:gdLst>
              <a:gd name="connsiteX0" fmla="*/ 2763520 w 5527040"/>
              <a:gd name="connsiteY0" fmla="*/ 0 h 2936240"/>
              <a:gd name="connsiteX1" fmla="*/ 5527040 w 5527040"/>
              <a:gd name="connsiteY1" fmla="*/ 2936240 h 2936240"/>
              <a:gd name="connsiteX2" fmla="*/ 4828988 w 5527040"/>
              <a:gd name="connsiteY2" fmla="*/ 2936240 h 2936240"/>
              <a:gd name="connsiteX3" fmla="*/ 2763520 w 5527040"/>
              <a:gd name="connsiteY3" fmla="*/ 741680 h 2936240"/>
              <a:gd name="connsiteX4" fmla="*/ 698052 w 5527040"/>
              <a:gd name="connsiteY4" fmla="*/ 2936240 h 2936240"/>
              <a:gd name="connsiteX5" fmla="*/ 0 w 5527040"/>
              <a:gd name="connsiteY5" fmla="*/ 2936240 h 2936240"/>
              <a:gd name="connsiteX6" fmla="*/ 2763520 w 5527040"/>
              <a:gd name="connsiteY6" fmla="*/ 0 h 2936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7040" h="2936240">
                <a:moveTo>
                  <a:pt x="2763520" y="0"/>
                </a:moveTo>
                <a:lnTo>
                  <a:pt x="5527040" y="2936240"/>
                </a:lnTo>
                <a:lnTo>
                  <a:pt x="4828988" y="2936240"/>
                </a:lnTo>
                <a:lnTo>
                  <a:pt x="2763520" y="741680"/>
                </a:lnTo>
                <a:lnTo>
                  <a:pt x="698052" y="2936240"/>
                </a:lnTo>
                <a:lnTo>
                  <a:pt x="0" y="2936240"/>
                </a:lnTo>
                <a:lnTo>
                  <a:pt x="2763520" y="0"/>
                </a:lnTo>
                <a:close/>
              </a:path>
            </a:pathLst>
          </a:custGeom>
          <a:solidFill>
            <a:srgbClr val="5A5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9497658" y="6375559"/>
            <a:ext cx="908124" cy="482441"/>
          </a:xfrm>
          <a:custGeom>
            <a:avLst/>
            <a:gdLst>
              <a:gd name="connsiteX0" fmla="*/ 2065468 w 4130936"/>
              <a:gd name="connsiteY0" fmla="*/ 0 h 2194560"/>
              <a:gd name="connsiteX1" fmla="*/ 4130936 w 4130936"/>
              <a:gd name="connsiteY1" fmla="*/ 2194560 h 2194560"/>
              <a:gd name="connsiteX2" fmla="*/ 0 w 4130936"/>
              <a:gd name="connsiteY2" fmla="*/ 2194560 h 2194560"/>
              <a:gd name="connsiteX3" fmla="*/ 2065468 w 4130936"/>
              <a:gd name="connsiteY3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936" h="2194560">
                <a:moveTo>
                  <a:pt x="2065468" y="0"/>
                </a:moveTo>
                <a:lnTo>
                  <a:pt x="4130936" y="2194560"/>
                </a:lnTo>
                <a:lnTo>
                  <a:pt x="0" y="2194560"/>
                </a:lnTo>
                <a:lnTo>
                  <a:pt x="2065468" y="0"/>
                </a:lnTo>
                <a:close/>
              </a:path>
            </a:pathLst>
          </a:custGeom>
          <a:solidFill>
            <a:srgbClr val="DE4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/>
        </p:nvSpPr>
        <p:spPr>
          <a:xfrm flipV="1">
            <a:off x="220531" y="0"/>
            <a:ext cx="4219389" cy="2241551"/>
          </a:xfrm>
          <a:custGeom>
            <a:avLst/>
            <a:gdLst>
              <a:gd name="connsiteX0" fmla="*/ 2065468 w 4130936"/>
              <a:gd name="connsiteY0" fmla="*/ 0 h 2194560"/>
              <a:gd name="connsiteX1" fmla="*/ 4130936 w 4130936"/>
              <a:gd name="connsiteY1" fmla="*/ 2194560 h 2194560"/>
              <a:gd name="connsiteX2" fmla="*/ 0 w 4130936"/>
              <a:gd name="connsiteY2" fmla="*/ 2194560 h 2194560"/>
              <a:gd name="connsiteX3" fmla="*/ 2065468 w 4130936"/>
              <a:gd name="connsiteY3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936" h="2194560">
                <a:moveTo>
                  <a:pt x="2065468" y="0"/>
                </a:moveTo>
                <a:lnTo>
                  <a:pt x="4130936" y="2194560"/>
                </a:lnTo>
                <a:lnTo>
                  <a:pt x="0" y="2194560"/>
                </a:lnTo>
                <a:lnTo>
                  <a:pt x="2065468" y="0"/>
                </a:lnTo>
                <a:close/>
              </a:path>
            </a:pathLst>
          </a:custGeom>
          <a:solidFill>
            <a:srgbClr val="DE4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 flipV="1">
            <a:off x="912913" y="0"/>
            <a:ext cx="4771429" cy="2534822"/>
          </a:xfrm>
          <a:custGeom>
            <a:avLst/>
            <a:gdLst>
              <a:gd name="connsiteX0" fmla="*/ 0 w 4130936"/>
              <a:gd name="connsiteY0" fmla="*/ 2194560 h 2194560"/>
              <a:gd name="connsiteX1" fmla="*/ 225015 w 4130936"/>
              <a:gd name="connsiteY1" fmla="*/ 2194560 h 2194560"/>
              <a:gd name="connsiteX2" fmla="*/ 2065468 w 4130936"/>
              <a:gd name="connsiteY2" fmla="*/ 239078 h 2194560"/>
              <a:gd name="connsiteX3" fmla="*/ 3905922 w 4130936"/>
              <a:gd name="connsiteY3" fmla="*/ 2194560 h 2194560"/>
              <a:gd name="connsiteX4" fmla="*/ 4130936 w 4130936"/>
              <a:gd name="connsiteY4" fmla="*/ 2194560 h 2194560"/>
              <a:gd name="connsiteX5" fmla="*/ 2065468 w 4130936"/>
              <a:gd name="connsiteY5" fmla="*/ 0 h 2194560"/>
              <a:gd name="connsiteX6" fmla="*/ 0 w 4130936"/>
              <a:gd name="connsiteY6" fmla="*/ 219456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0936" h="2194560">
                <a:moveTo>
                  <a:pt x="0" y="2194560"/>
                </a:moveTo>
                <a:lnTo>
                  <a:pt x="225015" y="2194560"/>
                </a:lnTo>
                <a:lnTo>
                  <a:pt x="2065468" y="239078"/>
                </a:lnTo>
                <a:lnTo>
                  <a:pt x="3905922" y="2194560"/>
                </a:lnTo>
                <a:lnTo>
                  <a:pt x="4130936" y="2194560"/>
                </a:lnTo>
                <a:lnTo>
                  <a:pt x="2065468" y="0"/>
                </a:lnTo>
                <a:lnTo>
                  <a:pt x="0" y="2194560"/>
                </a:lnTo>
                <a:close/>
              </a:path>
            </a:pathLst>
          </a:custGeom>
          <a:solidFill>
            <a:srgbClr val="5A5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933470" y="3604580"/>
            <a:ext cx="341454" cy="0"/>
          </a:xfrm>
          <a:prstGeom prst="line">
            <a:avLst/>
          </a:prstGeom>
          <a:ln w="25400" cap="rnd">
            <a:solidFill>
              <a:srgbClr val="DE4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496819" y="2765322"/>
            <a:ext cx="51983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rgbClr val="DE4B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黑红简约商务通用PPT模板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237</Words>
  <Application>Microsoft Office PowerPoint</Application>
  <PresentationFormat>宽屏</PresentationFormat>
  <Paragraphs>76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宋体</vt:lpstr>
      <vt:lpstr>微软雅黑</vt:lpstr>
      <vt:lpstr>Arial</vt:lpstr>
      <vt:lpstr>Calibri</vt:lpstr>
      <vt:lpstr>Calibri Light</vt:lpstr>
      <vt:lpstr>Impact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优品PPT</dc:creator>
  <cp:keywords>http:/www.ypppt.com</cp:keywords>
  <cp:lastModifiedBy>Cheralu Tan</cp:lastModifiedBy>
  <cp:revision>83</cp:revision>
  <dcterms:created xsi:type="dcterms:W3CDTF">2017-07-12T02:15:00Z</dcterms:created>
  <dcterms:modified xsi:type="dcterms:W3CDTF">2021-01-24T09:44:40Z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